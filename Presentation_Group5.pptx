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Work Sans ExtraLight"/>
      <p:regular r:id="rId32"/>
      <p:bold r:id="rId33"/>
      <p:italic r:id="rId34"/>
      <p:boldItalic r:id="rId35"/>
    </p:embeddedFont>
    <p:embeddedFont>
      <p:font typeface="Roboto"/>
      <p:regular r:id="rId36"/>
      <p:bold r:id="rId37"/>
      <p:italic r:id="rId38"/>
      <p:boldItalic r:id="rId39"/>
    </p:embeddedFont>
    <p:embeddedFont>
      <p:font typeface="Work Sans Black"/>
      <p:bold r:id="rId40"/>
      <p:boldItalic r:id="rId41"/>
    </p:embeddedFont>
    <p:embeddedFont>
      <p:font typeface="Work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WorkSansBlack-bold.fntdata"/><Relationship Id="rId20" Type="http://schemas.openxmlformats.org/officeDocument/2006/relationships/slide" Target="slides/slide14.xml"/><Relationship Id="rId42" Type="http://schemas.openxmlformats.org/officeDocument/2006/relationships/font" Target="fonts/WorkSans-regular.fntdata"/><Relationship Id="rId41" Type="http://schemas.openxmlformats.org/officeDocument/2006/relationships/font" Target="fonts/WorkSansBlack-boldItalic.fntdata"/><Relationship Id="rId22" Type="http://schemas.openxmlformats.org/officeDocument/2006/relationships/slide" Target="slides/slide16.xml"/><Relationship Id="rId44" Type="http://schemas.openxmlformats.org/officeDocument/2006/relationships/font" Target="fonts/WorkSans-italic.fntdata"/><Relationship Id="rId21" Type="http://schemas.openxmlformats.org/officeDocument/2006/relationships/slide" Target="slides/slide15.xml"/><Relationship Id="rId43" Type="http://schemas.openxmlformats.org/officeDocument/2006/relationships/font" Target="fonts/WorkSans-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Work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WorkSansExtraLight-bold.fntdata"/><Relationship Id="rId10" Type="http://schemas.openxmlformats.org/officeDocument/2006/relationships/slide" Target="slides/slide4.xml"/><Relationship Id="rId32" Type="http://schemas.openxmlformats.org/officeDocument/2006/relationships/font" Target="fonts/WorkSansExtraLight-regular.fntdata"/><Relationship Id="rId13" Type="http://schemas.openxmlformats.org/officeDocument/2006/relationships/slide" Target="slides/slide7.xml"/><Relationship Id="rId35" Type="http://schemas.openxmlformats.org/officeDocument/2006/relationships/font" Target="fonts/WorkSansExtraLight-boldItalic.fntdata"/><Relationship Id="rId12" Type="http://schemas.openxmlformats.org/officeDocument/2006/relationships/slide" Target="slides/slide6.xml"/><Relationship Id="rId34" Type="http://schemas.openxmlformats.org/officeDocument/2006/relationships/font" Target="fonts/WorkSansExtraLight-italic.fntdata"/><Relationship Id="rId15" Type="http://schemas.openxmlformats.org/officeDocument/2006/relationships/slide" Target="slides/slide9.xml"/><Relationship Id="rId37" Type="http://schemas.openxmlformats.org/officeDocument/2006/relationships/font" Target="fonts/Roboto-bold.fntdata"/><Relationship Id="rId14" Type="http://schemas.openxmlformats.org/officeDocument/2006/relationships/slide" Target="slides/slide8.xml"/><Relationship Id="rId36" Type="http://schemas.openxmlformats.org/officeDocument/2006/relationships/font" Target="fonts/Roboto-regular.fntdata"/><Relationship Id="rId17" Type="http://schemas.openxmlformats.org/officeDocument/2006/relationships/slide" Target="slides/slide11.xml"/><Relationship Id="rId39" Type="http://schemas.openxmlformats.org/officeDocument/2006/relationships/font" Target="fonts/Roboto-boldItalic.fntdata"/><Relationship Id="rId16" Type="http://schemas.openxmlformats.org/officeDocument/2006/relationships/slide" Target="slides/slide10.xml"/><Relationship Id="rId38" Type="http://schemas.openxmlformats.org/officeDocument/2006/relationships/font" Target="fonts/Robo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hb1c94965a3f974f_3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hb1c94965a3f974f_3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hb1c94965a3f974f_3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hb1c94965a3f974f_3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hb1c94965a3f974f_3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hb1c94965a3f974f_3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30efe7c2d0c0da2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30efe7c2d0c0da2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hb1c94965a3f974f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hb1c94965a3f974f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h402bec5db6ae63eb_3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h402bec5db6ae63eb_3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h6107fcf6676fbf6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h6107fcf6676fbf6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h30efe7c2d0c0da2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h30efe7c2d0c0da2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-both 2023 and 2024 experienced a recovery trend between September to December. The increase itself may suggest an increase holiday preparation (thanksgiving, Christmas, new years) or year end vacation spending. However, 2024 experienced much sharper uptick, which may suggest higher-order volume, lower returns (refund issued), stronger marketing advertisement, and purchase higher-value product mix (more share of expensive products)</a:t>
            </a:r>
            <a:endParaRPr/>
          </a:p>
          <a:p>
            <a:pPr indent="0" lvl="0" marL="0" rtl="0" algn="l">
              <a:lnSpc>
                <a:spcPct val="115000"/>
              </a:lnSpc>
              <a:spcBef>
                <a:spcPts val="1000"/>
              </a:spcBef>
              <a:spcAft>
                <a:spcPts val="0"/>
              </a:spcAft>
              <a:buNone/>
            </a:pPr>
            <a:r>
              <a:rPr lang="en"/>
              <a:t>-holiday slowdown: usually eases after december and novemrber </a:t>
            </a:r>
            <a:r>
              <a:rPr lang="en"/>
              <a:t>shopping</a:t>
            </a:r>
            <a:r>
              <a:rPr lang="en"/>
              <a:t> peak </a:t>
            </a:r>
            <a:endParaRPr/>
          </a:p>
          <a:p>
            <a:pPr indent="0" lvl="0" marL="0" rtl="0" algn="l">
              <a:lnSpc>
                <a:spcPct val="115000"/>
              </a:lnSpc>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h30efe7c2d0c0da2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h30efe7c2d0c0da2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-revenue is volatile instead of steadily growing. This is evident through a sharp decline in start of 2024 followed by recovery. Mid 2024 stabilized between 16-18$K which implies a well established revenue guideline to compare and identify key drivers. However, the November-December is the major outlier. This is worth investigating with order count, average order value, product/customer mix, promotions, discounts, and return rates to pinpoint its drivers.</a:t>
            </a:r>
            <a:endParaRPr/>
          </a:p>
          <a:p>
            <a:pPr indent="0" lvl="0" marL="0" rtl="0" algn="l">
              <a:lnSpc>
                <a:spcPct val="115000"/>
              </a:lnSpc>
              <a:spcBef>
                <a:spcPts val="1000"/>
              </a:spcBef>
              <a:spcAft>
                <a:spcPts val="0"/>
              </a:spcAft>
              <a:buClr>
                <a:schemeClr val="dk1"/>
              </a:buClr>
              <a:buSzPts val="1100"/>
              <a:buFont typeface="Arial"/>
              <a:buNone/>
            </a:pPr>
            <a:r>
              <a:rPr lang="en"/>
              <a:t>-promotion means increase sales demand by reuciing </a:t>
            </a:r>
            <a:r>
              <a:rPr lang="en"/>
              <a:t>effective</a:t>
            </a:r>
            <a:r>
              <a:rPr lang="en"/>
              <a:t> price or ading value encourages customers to buy or purchase sooner </a:t>
            </a:r>
            <a:endParaRPr/>
          </a:p>
          <a:p>
            <a:pPr indent="0" lvl="0" marL="0" rtl="0" algn="l">
              <a:spcBef>
                <a:spcPts val="10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h30efe7c2d0c0da2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h30efe7c2d0c0da2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-Wednesday is exceptionally weak even relative to other weekdays, with lowest revenue of $55K, which may not be explainable by work schedules. I would test by lower promotional activity, inventory constraints or weaker channel conversion (many customers visit through social meda adv but few end up buying). This would allow us to determine if the dip is operational and behavioural.  However, on weekends, because there can be more leisure time where people normally do not work or go to school that could be stimulator of the spending.</a:t>
            </a:r>
            <a:endParaRPr/>
          </a:p>
          <a:p>
            <a:pPr indent="0" lvl="0" marL="0" rtl="0" algn="l">
              <a:spcBef>
                <a:spcPts val="10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b1c94965a3f97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hb1c94965a3f97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Customer type: returning customers account for 75% of the volume while new customers only 25%. This suggests business has a strong existing customer base and could be beneficial from repeated purchasing or customer loyalty. However, the relatively small share of new customers could mean slower new customer acquisition. I compare revenue per customer and acquisition channel to determine if growth is driven by retention or new demand. Based on the bar plot, returning customers generated revenue of over 300K which is nearly triple of the new customer with 110 K. so, the new customer shares suggest acquisition may be bigger growth opportunity. Acquisition effort is pororitized given same level of return rate.</a:t>
            </a:r>
            <a:endParaRPr sz="900">
              <a:solidFill>
                <a:schemeClr val="dk1"/>
              </a:solidFill>
            </a:endParaRPr>
          </a:p>
          <a:p>
            <a:pPr indent="0" lvl="0" marL="0" rtl="0" algn="l">
              <a:spcBef>
                <a:spcPts val="10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h30efe7c2d0c0da2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h30efe7c2d0c0da2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800"/>
              <a:t>Intuition: customers may have greater purchasing power and consumption demands, due to higher disposable income from working age group. This particularly evident through the bar chart net revenue by age group where 25-55 has highest revenue generated ranging from 90-110K. Weaker 18-24, 55+ representation could imply lower disposable income, mismatch between product types and demands, impleid from lowest 70K. expanding acquisiton among younger customer due to lowest revenue received as well as highet return rate, which could be driver of the losses, highest return rate of nearly 25%. This can be due to younger customers may be more picky to price, willing to try products before deciding to keep or return them, especially with easy online returns.</a:t>
            </a:r>
            <a:endParaRPr sz="800"/>
          </a:p>
          <a:p>
            <a:pPr indent="0" lvl="0" marL="0" rtl="0" algn="l">
              <a:spcBef>
                <a:spcPts val="1000"/>
              </a:spcBef>
              <a:spcAft>
                <a:spcPts val="0"/>
              </a:spcAft>
              <a:buNone/>
            </a:pPr>
            <a:r>
              <a:t/>
            </a:r>
            <a:endParaRPr sz="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hb1c94965a3f97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hb1c94965a3f97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t>credit card accounts for 40%, debit card for 25.1%, paypal for 19.5% because these approaches make inline checkout fast, familiar without need to travel long distance. Cash on delivery abdn bankt answer requires more process and time, so less customers choose them. Easy payment means less stress on purchase. Customer make faster/accidental mistakes in purchase as check out is straightforward. After buying procut, some may realize they does not meet their expectations, leading to higher returns. Bank transfer and cash-on-delivery prompt customers to think more careful prior to complete purchase as payment requires more steps.</a:t>
            </a:r>
            <a:endParaRPr sz="900"/>
          </a:p>
          <a:p>
            <a:pPr indent="0" lvl="0" marL="0" rtl="0" algn="l">
              <a:spcBef>
                <a:spcPts val="10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hb1c94965a3f974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hb1c94965a3f974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Pt : </a:t>
            </a:r>
            <a:r>
              <a:rPr b="1" lang="en" sz="1000">
                <a:solidFill>
                  <a:schemeClr val="dk1"/>
                </a:solidFill>
              </a:rPr>
              <a:t>Mobile and desktop accounting for 50.3% and 39% of the sales volume</a:t>
            </a:r>
            <a:r>
              <a:rPr lang="en" sz="1000">
                <a:solidFill>
                  <a:schemeClr val="dk1"/>
                </a:solidFill>
              </a:rPr>
              <a:t>, where tablet contributes merely 10%, unknown devices is negligible at 0.1%. Half of customers are mobile, making mobile/large screen experience is important. Desktop means customers prefer a larger screen for product comparison for more targeted purchases. Tablet is a secondary channel.</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half of customers are mobile, making mobile/large screen experience is important. Desktop means customer prefer a larger screen for product comparison for more targeted purchases. Tablet is secondary channel. The revenue also shows a consistent pattern of the net revenue where desktop and mobile have highest between 160K to nearly 250K compared to tablet of under 50K.  mobile/desktop/tablet experience highest return rate 15-18% convenience of the online returns.</a:t>
            </a:r>
            <a:endParaRPr sz="1000">
              <a:solidFill>
                <a:schemeClr val="dk1"/>
              </a:solidFill>
            </a:endParaRPr>
          </a:p>
          <a:p>
            <a:pPr indent="0" lvl="0" marL="0" rtl="0" algn="l">
              <a:spcBef>
                <a:spcPts val="1000"/>
              </a:spcBef>
              <a:spcAft>
                <a:spcPts val="0"/>
              </a:spcAft>
              <a:buNone/>
            </a:pPr>
            <a:r>
              <a:t/>
            </a:r>
            <a:endParaRPr sz="10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h402bec5db6ae63eb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h402bec5db6ae63eb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Char char="●"/>
            </a:pPr>
            <a:r>
              <a:rPr b="1" lang="en" sz="1000">
                <a:solidFill>
                  <a:schemeClr val="dk1"/>
                </a:solidFill>
              </a:rPr>
              <a:t>The organics largest source at 30%  </a:t>
            </a:r>
            <a:r>
              <a:rPr lang="en" sz="1000">
                <a:solidFill>
                  <a:schemeClr val="dk1"/>
                </a:solidFill>
              </a:rPr>
              <a:t>followed by paid search at 24.5%. direct is smallest at 5.5%, while social is 15.4%, email 14.3%, and referral 10.2%. This implies the company depends mostly on search-based discovery like organic and paid search.</a:t>
            </a:r>
            <a:endParaRPr sz="1000">
              <a:solidFill>
                <a:schemeClr val="dk1"/>
              </a:solidFill>
            </a:endParaRPr>
          </a:p>
          <a:p>
            <a:pPr indent="-292100" lvl="0" marL="457200" rtl="0" algn="l">
              <a:lnSpc>
                <a:spcPct val="115000"/>
              </a:lnSpc>
              <a:spcBef>
                <a:spcPts val="1000"/>
              </a:spcBef>
              <a:spcAft>
                <a:spcPts val="0"/>
              </a:spcAft>
              <a:buClr>
                <a:schemeClr val="dk1"/>
              </a:buClr>
              <a:buSzPts val="1000"/>
              <a:buChar char="●"/>
            </a:pPr>
            <a:r>
              <a:rPr b="1" lang="en" sz="1000">
                <a:solidFill>
                  <a:schemeClr val="dk1"/>
                </a:solidFill>
              </a:rPr>
              <a:t>Organic also leads the highest revenue,</a:t>
            </a:r>
            <a:r>
              <a:rPr lang="en" sz="1000">
                <a:solidFill>
                  <a:schemeClr val="dk1"/>
                </a:solidFill>
              </a:rPr>
              <a:t> with paid search second. Direct brings the least.</a:t>
            </a:r>
            <a:endParaRPr sz="1000">
              <a:solidFill>
                <a:schemeClr val="dk1"/>
              </a:solidFill>
            </a:endParaRPr>
          </a:p>
          <a:p>
            <a:pPr indent="-292100" lvl="0" marL="457200" rtl="0" algn="l">
              <a:lnSpc>
                <a:spcPct val="115000"/>
              </a:lnSpc>
              <a:spcBef>
                <a:spcPts val="1000"/>
              </a:spcBef>
              <a:spcAft>
                <a:spcPts val="0"/>
              </a:spcAft>
              <a:buClr>
                <a:schemeClr val="dk1"/>
              </a:buClr>
              <a:buSzPts val="1000"/>
              <a:buChar char="●"/>
            </a:pPr>
            <a:r>
              <a:rPr lang="en" sz="1000">
                <a:solidFill>
                  <a:schemeClr val="dk1"/>
                </a:solidFill>
              </a:rPr>
              <a:t>Higher return rates do not automatically mena social referral are poor channels. They may be attracting customers through promotions or impulse purchases, so I would investigate the causes before making any reduction in marketing spend </a:t>
            </a:r>
            <a:endParaRPr sz="1000">
              <a:solidFill>
                <a:schemeClr val="dk1"/>
              </a:solidFill>
            </a:endParaRPr>
          </a:p>
          <a:p>
            <a:pPr indent="-292100" lvl="0" marL="457200" rtl="0" algn="l">
              <a:lnSpc>
                <a:spcPct val="115000"/>
              </a:lnSpc>
              <a:spcBef>
                <a:spcPts val="1000"/>
              </a:spcBef>
              <a:spcAft>
                <a:spcPts val="1000"/>
              </a:spcAft>
              <a:buClr>
                <a:schemeClr val="dk1"/>
              </a:buClr>
              <a:buSzPts val="1000"/>
              <a:buChar char="●"/>
            </a:pPr>
            <a:r>
              <a:rPr b="1" lang="en" sz="1000">
                <a:solidFill>
                  <a:schemeClr val="dk1"/>
                </a:solidFill>
              </a:rPr>
              <a:t>Social and referral leads the highest return rates,</a:t>
            </a:r>
            <a:r>
              <a:rPr lang="en" sz="1000">
                <a:solidFill>
                  <a:schemeClr val="dk1"/>
                </a:solidFill>
              </a:rPr>
              <a:t> while organic is the lowest/lower channels. Some channels may generate customers, not automatically meaning high quality sales. Some may be more impacted by trends,promotions, impulse purchases, which lead to further returns.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h402bec5db6ae63eb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h402bec5db6ae63eb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treat the highest-rate country as automatically </a:t>
            </a:r>
            <a:r>
              <a:rPr lang="en"/>
              <a:t>biggest</a:t>
            </a:r>
            <a:r>
              <a:rPr lang="en"/>
              <a:t> problem. The priority is where high return rates overlap with meaningful revenue, because this is </a:t>
            </a:r>
            <a:r>
              <a:rPr lang="en"/>
              <a:t>where</a:t>
            </a:r>
            <a:r>
              <a:rPr lang="en"/>
              <a:t> returns has the largest </a:t>
            </a:r>
            <a:r>
              <a:rPr lang="en"/>
              <a:t>financial impact</a:t>
            </a:r>
            <a:endParaRPr/>
          </a:p>
          <a:p>
            <a:pPr indent="-292100" lvl="0" marL="457200" rtl="0" algn="l">
              <a:lnSpc>
                <a:spcPct val="115000"/>
              </a:lnSpc>
              <a:spcBef>
                <a:spcPts val="0"/>
              </a:spcBef>
              <a:spcAft>
                <a:spcPts val="0"/>
              </a:spcAft>
              <a:buClr>
                <a:schemeClr val="dk1"/>
              </a:buClr>
              <a:buSzPts val="1000"/>
              <a:buFont typeface="Aptos"/>
              <a:buChar char="●"/>
            </a:pPr>
            <a:r>
              <a:rPr lang="en" sz="1000">
                <a:solidFill>
                  <a:schemeClr val="dk1"/>
                </a:solidFill>
              </a:rPr>
              <a:t>The </a:t>
            </a:r>
            <a:r>
              <a:rPr b="1" lang="en" sz="1000">
                <a:solidFill>
                  <a:schemeClr val="dk1"/>
                </a:solidFill>
              </a:rPr>
              <a:t>United States is the strongest revenue market by a wide margin</a:t>
            </a:r>
            <a:r>
              <a:rPr lang="en" sz="1000">
                <a:solidFill>
                  <a:schemeClr val="dk1"/>
                </a:solidFill>
              </a:rPr>
              <a:t>, followed by the UK and Canada, so a large share of sales is concentrated in a few countries.</a:t>
            </a:r>
            <a:endParaRPr sz="1000">
              <a:solidFill>
                <a:schemeClr val="dk1"/>
              </a:solidFill>
            </a:endParaRPr>
          </a:p>
          <a:p>
            <a:pPr indent="-292100" lvl="0" marL="457200" rtl="0" algn="l">
              <a:lnSpc>
                <a:spcPct val="115000"/>
              </a:lnSpc>
              <a:spcBef>
                <a:spcPts val="1000"/>
              </a:spcBef>
              <a:spcAft>
                <a:spcPts val="0"/>
              </a:spcAft>
              <a:buClr>
                <a:schemeClr val="dk1"/>
              </a:buClr>
              <a:buSzPts val="1000"/>
              <a:buFont typeface="Aptos"/>
              <a:buChar char="●"/>
            </a:pPr>
            <a:r>
              <a:rPr b="1" lang="en" sz="1000">
                <a:solidFill>
                  <a:schemeClr val="dk1"/>
                </a:solidFill>
              </a:rPr>
              <a:t>Denmark has by far the highest return proportion, followed by Turkey and Belgium</a:t>
            </a:r>
            <a:r>
              <a:rPr lang="en" sz="1000">
                <a:solidFill>
                  <a:schemeClr val="dk1"/>
                </a:solidFill>
              </a:rPr>
              <a:t>, despite not being among the biggest revenue contributors.</a:t>
            </a:r>
            <a:endParaRPr sz="1000">
              <a:solidFill>
                <a:schemeClr val="dk1"/>
              </a:solidFill>
            </a:endParaRPr>
          </a:p>
          <a:p>
            <a:pPr indent="-292100" lvl="0" marL="457200" rtl="0" algn="l">
              <a:lnSpc>
                <a:spcPct val="115000"/>
              </a:lnSpc>
              <a:spcBef>
                <a:spcPts val="1000"/>
              </a:spcBef>
              <a:spcAft>
                <a:spcPts val="1000"/>
              </a:spcAft>
              <a:buClr>
                <a:schemeClr val="dk1"/>
              </a:buClr>
              <a:buSzPts val="1000"/>
              <a:buFont typeface="Aptos"/>
              <a:buChar char="●"/>
            </a:pPr>
            <a:r>
              <a:rPr lang="en" sz="1000">
                <a:solidFill>
                  <a:schemeClr val="dk1"/>
                </a:solidFill>
              </a:rPr>
              <a:t>From a management perspective, this means the highest-return countries are not necessarily the biggest financial risks—the priority should be countries that combine </a:t>
            </a:r>
            <a:r>
              <a:rPr b="1" lang="en" sz="1000">
                <a:solidFill>
                  <a:schemeClr val="dk1"/>
                </a:solidFill>
              </a:rPr>
              <a:t>meaningful revenue with elevated returns</a:t>
            </a:r>
            <a:r>
              <a:rPr lang="en" sz="1000">
                <a:solidFill>
                  <a:schemeClr val="dk1"/>
                </a:solidFill>
              </a:rPr>
              <a:t>, while extreme return rates in low-revenue markets should be investigated but may have lower overall dollar impact.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h402bec5db6ae63eb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h402bec5db6ae63eb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Return rate does not determine </a:t>
            </a:r>
            <a:r>
              <a:rPr lang="en"/>
              <a:t>importance</a:t>
            </a:r>
            <a:r>
              <a:rPr lang="en"/>
              <a:t>. electronics/clothing matter most cuz they combine high revenue with high returns, so reducing returns on thee ecould have greatest financial impact. home/kitchen is another area to monitor, wile books has a healthier benchmark cuz it geenrates meaningful revenue with lower returns </a:t>
            </a:r>
            <a:endParaRPr/>
          </a:p>
          <a:p>
            <a:pPr indent="0" lvl="0" marL="0" rtl="0" algn="l">
              <a:spcBef>
                <a:spcPts val="0"/>
              </a:spcBef>
              <a:spcAft>
                <a:spcPts val="0"/>
              </a:spcAft>
              <a:buNone/>
            </a:pPr>
            <a:r>
              <a:rPr lang="en"/>
              <a:t>Pt 1:</a:t>
            </a:r>
            <a:r>
              <a:rPr lang="en" sz="1000">
                <a:solidFill>
                  <a:schemeClr val="dk1"/>
                </a:solidFill>
              </a:rPr>
              <a:t>Electronics generate the most revenue, while Clothing has the highest return rate, so reducing returns in these categories could have the largest financial impact.</a:t>
            </a:r>
            <a:endParaRPr sz="1000">
              <a:solidFill>
                <a:schemeClr val="dk1"/>
              </a:solidFill>
            </a:endParaRPr>
          </a:p>
          <a:p>
            <a:pPr indent="0" lvl="0" marL="0" rtl="0" algn="l">
              <a:spcBef>
                <a:spcPts val="0"/>
              </a:spcBef>
              <a:spcAft>
                <a:spcPts val="0"/>
              </a:spcAft>
              <a:buNone/>
            </a:pPr>
            <a:r>
              <a:rPr lang="en" sz="1000">
                <a:solidFill>
                  <a:schemeClr val="dk1"/>
                </a:solidFill>
              </a:rPr>
              <a:t>Pt3: In contrast, </a:t>
            </a:r>
            <a:r>
              <a:rPr b="1" lang="en" sz="1000">
                <a:solidFill>
                  <a:schemeClr val="dk1"/>
                </a:solidFill>
              </a:rPr>
              <a:t>Automotive has a high return rate (3</a:t>
            </a:r>
            <a:r>
              <a:rPr b="1" baseline="30000" lang="en" sz="1000">
                <a:solidFill>
                  <a:schemeClr val="dk1"/>
                </a:solidFill>
              </a:rPr>
              <a:t>rd</a:t>
            </a:r>
            <a:r>
              <a:rPr b="1" lang="en" sz="1000">
                <a:solidFill>
                  <a:schemeClr val="dk1"/>
                </a:solidFill>
              </a:rPr>
              <a:t>) but relatively low revenue(9</a:t>
            </a:r>
            <a:r>
              <a:rPr b="1" baseline="30000" lang="en" sz="1000">
                <a:solidFill>
                  <a:schemeClr val="dk1"/>
                </a:solidFill>
              </a:rPr>
              <a:t>th</a:t>
            </a:r>
            <a:r>
              <a:rPr b="1" lang="en" sz="1000">
                <a:solidFill>
                  <a:schemeClr val="dk1"/>
                </a:solidFill>
              </a:rPr>
              <a:t>)</a:t>
            </a:r>
            <a:r>
              <a:rPr lang="en" sz="1000">
                <a:solidFill>
                  <a:schemeClr val="dk1"/>
                </a:solidFill>
              </a:rPr>
              <a:t>, so its overall profitability is low. </a:t>
            </a:r>
            <a:endParaRPr sz="1000">
              <a:solidFill>
                <a:schemeClr val="dk1"/>
              </a:solidFill>
            </a:endParaRPr>
          </a:p>
          <a:p>
            <a:pPr indent="0" lvl="0" marL="0" rtl="0" algn="l">
              <a:spcBef>
                <a:spcPts val="0"/>
              </a:spcBef>
              <a:spcAft>
                <a:spcPts val="0"/>
              </a:spcAft>
              <a:buNone/>
            </a:pPr>
            <a:r>
              <a:rPr lang="en" sz="1000">
                <a:solidFill>
                  <a:schemeClr val="dk1"/>
                </a:solidFill>
              </a:rPr>
              <a:t>Last pt: </a:t>
            </a:r>
            <a:r>
              <a:rPr b="1" lang="en" sz="1000">
                <a:solidFill>
                  <a:schemeClr val="dk1"/>
                </a:solidFill>
              </a:rPr>
              <a:t>Books</a:t>
            </a:r>
            <a:r>
              <a:rPr lang="en" sz="1000">
                <a:solidFill>
                  <a:schemeClr val="dk1"/>
                </a:solidFill>
              </a:rPr>
              <a:t> look healthier because they generate meaningful revenue(4</a:t>
            </a:r>
            <a:r>
              <a:rPr baseline="30000" lang="en" sz="1000">
                <a:solidFill>
                  <a:schemeClr val="dk1"/>
                </a:solidFill>
              </a:rPr>
              <a:t>th</a:t>
            </a:r>
            <a:r>
              <a:rPr lang="en" sz="1000">
                <a:solidFill>
                  <a:schemeClr val="dk1"/>
                </a:solidFill>
              </a:rPr>
              <a:t> highest)  with a comparatively lower return rate ( not top 10 highest rate return) </a:t>
            </a:r>
            <a:endParaRPr sz="10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h402bec5db6ae63eb_3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h402bec5db6ae63eb_3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 used the </a:t>
            </a:r>
            <a:r>
              <a:rPr b="1" lang="en">
                <a:solidFill>
                  <a:schemeClr val="dk1"/>
                </a:solidFill>
              </a:rPr>
              <a:t>median as the cutoff for both net revenue and return rate</a:t>
            </a:r>
            <a:r>
              <a:rPr lang="en">
                <a:solidFill>
                  <a:schemeClr val="dk1"/>
                </a:solidFill>
              </a:rPr>
              <a:t> because the distributions are somewhat skewed by a few very high or very low observations, so the median gives a more robust benchmark than the mean. This creates four practical business segments. </a:t>
            </a:r>
            <a:r>
              <a:rPr b="1" lang="en">
                <a:solidFill>
                  <a:schemeClr val="dk1"/>
                </a:solidFill>
              </a:rPr>
              <a:t>High revenue and low return rate</a:t>
            </a:r>
            <a:r>
              <a:rPr lang="en">
                <a:solidFill>
                  <a:schemeClr val="dk1"/>
                </a:solidFill>
              </a:rPr>
              <a:t> is the ideal area because the business is generating strong sales while minimizing refund-related losses. </a:t>
            </a:r>
            <a:r>
              <a:rPr b="1" lang="en">
                <a:solidFill>
                  <a:schemeClr val="dk1"/>
                </a:solidFill>
              </a:rPr>
              <a:t>High revenue and high return rate</a:t>
            </a:r>
            <a:r>
              <a:rPr lang="en">
                <a:solidFill>
                  <a:schemeClr val="dk1"/>
                </a:solidFill>
              </a:rPr>
              <a:t> is the main focus area because these categories or countries generate significant revenue, but a larger portion may be lost through returns, so I would investigate the causes of those returns. </a:t>
            </a:r>
            <a:r>
              <a:rPr b="1" lang="en">
                <a:solidFill>
                  <a:schemeClr val="dk1"/>
                </a:solidFill>
              </a:rPr>
              <a:t>Low revenue and low return rate</a:t>
            </a:r>
            <a:r>
              <a:rPr lang="en">
                <a:solidFill>
                  <a:schemeClr val="dk1"/>
                </a:solidFill>
              </a:rPr>
              <a:t> is less material because both the revenue contribution and potential refund loss are relatively small, while </a:t>
            </a:r>
            <a:r>
              <a:rPr b="1" lang="en">
                <a:solidFill>
                  <a:schemeClr val="dk1"/>
                </a:solidFill>
              </a:rPr>
              <a:t>low revenue and high return rate</a:t>
            </a:r>
            <a:r>
              <a:rPr lang="en">
                <a:solidFill>
                  <a:schemeClr val="dk1"/>
                </a:solidFill>
              </a:rPr>
              <a:t> may indicate underperforming areas but with a smaller overall financial impact. For presentation clarity, I therefore shortlisted the observations above the median revenue level so that the analysis focuses on the areas with the greatest business impact rather than overcrowding the chart with lower-value observations.</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
                <a:solidFill>
                  <a:schemeClr val="dk1"/>
                </a:solidFill>
              </a:rPr>
              <a:t> </a:t>
            </a:r>
            <a:endParaRPr>
              <a:solidFill>
                <a:schemeClr val="dk1"/>
              </a:solidFill>
            </a:endParaRPr>
          </a:p>
          <a:p>
            <a:pPr indent="0" lvl="0" marL="0" rtl="0" algn="l">
              <a:spcBef>
                <a:spcPts val="100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h30efe7c2d0c0da23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h30efe7c2d0c0da23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Pt 1: </a:t>
            </a:r>
            <a:r>
              <a:rPr lang="en" sz="1200">
                <a:solidFill>
                  <a:schemeClr val="dk1"/>
                </a:solidFill>
                <a:latin typeface="Aptos"/>
                <a:ea typeface="Aptos"/>
                <a:cs typeface="Aptos"/>
                <a:sym typeface="Aptos"/>
              </a:rPr>
              <a:t>distributions are somewhat skewed by a few very high or very low observations, so the median gives a more robust benchmark than the mean. This creates four practical business segments.</a:t>
            </a:r>
            <a:endParaRPr/>
          </a:p>
          <a:p>
            <a:pPr indent="0" lvl="0" marL="0" rtl="0" algn="l">
              <a:spcBef>
                <a:spcPts val="0"/>
              </a:spcBef>
              <a:spcAft>
                <a:spcPts val="0"/>
              </a:spcAft>
              <a:buNone/>
            </a:pPr>
            <a:r>
              <a:rPr lang="en"/>
              <a:t>Pt 2: </a:t>
            </a:r>
            <a:r>
              <a:rPr lang="en" sz="1200">
                <a:solidFill>
                  <a:schemeClr val="dk1"/>
                </a:solidFill>
                <a:latin typeface="Aptos"/>
                <a:ea typeface="Aptos"/>
                <a:cs typeface="Aptos"/>
                <a:sym typeface="Aptos"/>
              </a:rPr>
              <a:t> so I would investigate the causes of those returns. </a:t>
            </a:r>
            <a:endParaRPr sz="1200">
              <a:solidFill>
                <a:schemeClr val="dk1"/>
              </a:solidFill>
              <a:latin typeface="Aptos"/>
              <a:ea typeface="Aptos"/>
              <a:cs typeface="Aptos"/>
              <a:sym typeface="Aptos"/>
            </a:endParaRPr>
          </a:p>
          <a:p>
            <a:pPr indent="0" lvl="0" marL="0" rtl="0" algn="l">
              <a:spcBef>
                <a:spcPts val="0"/>
              </a:spcBef>
              <a:spcAft>
                <a:spcPts val="0"/>
              </a:spcAft>
              <a:buNone/>
            </a:pPr>
            <a:r>
              <a:rPr lang="en"/>
              <a:t>Provide reasoning on plots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hb1c94965a3f974f_3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hb1c94965a3f974f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hb1c94965a3f974f_3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hb1c94965a3f974f_3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hb1c94965a3f974f_3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hb1c94965a3f974f_3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h66bf9020552298c6_2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h66bf9020552298c6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h2719b506c45fdb95_1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h2719b506c45fdb95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b1c94965a3f974f_3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hb1c94965a3f974f_3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31.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b"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b"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_2">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0" lIns="0" spcFirstLastPara="1" rIns="0" wrap="square" tIns="0">
            <a:noAutofit/>
          </a:bodyPr>
          <a:lstStyle>
            <a:lvl1pPr indent="-228600" lvl="0" marL="457200">
              <a:spcBef>
                <a:spcPts val="0"/>
              </a:spcBef>
              <a:spcAft>
                <a:spcPts val="0"/>
              </a:spcAft>
              <a:buSzPts val="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b" bIns="0" lIns="0" spcFirstLastPara="1" rIns="0" wrap="square" tIns="0">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1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1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b" bIns="0" lIns="0" spcFirstLastPara="1" rIns="0" wrap="square" tIns="0">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1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1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1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0" lIns="0" spcFirstLastPara="1" rIns="0" wrap="square" tIns="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bg>
      <p:bgPr>
        <a:solidFill>
          <a:schemeClr val="accent4"/>
        </a:solidFill>
      </p:bgPr>
    </p:bg>
    <p:spTree>
      <p:nvGrpSpPr>
        <p:cNvPr id="176" name="Shape 176"/>
        <p:cNvGrpSpPr/>
        <p:nvPr/>
      </p:nvGrpSpPr>
      <p:grpSpPr>
        <a:xfrm>
          <a:off x="0" y="0"/>
          <a:ext cx="0" cy="0"/>
          <a:chOff x="0" y="0"/>
          <a:chExt cx="0" cy="0"/>
        </a:xfrm>
      </p:grpSpPr>
      <p:sp>
        <p:nvSpPr>
          <p:cNvPr id="177" name="Google Shape;177;p35"/>
          <p:cNvSpPr/>
          <p:nvPr>
            <p:ph idx="2" type="pic"/>
          </p:nvPr>
        </p:nvSpPr>
        <p:spPr>
          <a:xfrm>
            <a:off x="6148575" y="0"/>
            <a:ext cx="2995500" cy="1425600"/>
          </a:xfrm>
          <a:prstGeom prst="rect">
            <a:avLst/>
          </a:prstGeom>
          <a:noFill/>
          <a:ln>
            <a:noFill/>
          </a:ln>
        </p:spPr>
      </p:sp>
      <p:sp>
        <p:nvSpPr>
          <p:cNvPr id="178" name="Google Shape;178;p35"/>
          <p:cNvSpPr/>
          <p:nvPr>
            <p:ph idx="3" type="pic"/>
          </p:nvPr>
        </p:nvSpPr>
        <p:spPr>
          <a:xfrm>
            <a:off x="6148575" y="3803400"/>
            <a:ext cx="2995500" cy="1342800"/>
          </a:xfrm>
          <a:prstGeom prst="rect">
            <a:avLst/>
          </a:prstGeom>
          <a:noFill/>
          <a:ln>
            <a:noFill/>
          </a:ln>
        </p:spPr>
      </p:sp>
      <p:sp>
        <p:nvSpPr>
          <p:cNvPr id="179" name="Google Shape;179;p35"/>
          <p:cNvSpPr txBox="1"/>
          <p:nvPr>
            <p:ph type="title"/>
          </p:nvPr>
        </p:nvSpPr>
        <p:spPr>
          <a:xfrm>
            <a:off x="740693" y="1"/>
            <a:ext cx="3531000" cy="1086900"/>
          </a:xfrm>
          <a:prstGeom prst="rect">
            <a:avLst/>
          </a:prstGeom>
        </p:spPr>
        <p:txBody>
          <a:bodyPr anchorCtr="0" anchor="b" bIns="0" lIns="0" spcFirstLastPara="1" rIns="0" wrap="square" tIns="0">
            <a:noAutofit/>
          </a:bodyPr>
          <a:lstStyle>
            <a:lvl1pPr lvl="0">
              <a:spcBef>
                <a:spcPts val="0"/>
              </a:spcBef>
              <a:spcAft>
                <a:spcPts val="0"/>
              </a:spcAft>
              <a:buSzPts val="2800"/>
              <a:buFont typeface="Work Sans"/>
              <a:buNone/>
              <a:defRPr>
                <a:latin typeface="Work Sans"/>
                <a:ea typeface="Work Sans"/>
                <a:cs typeface="Work Sans"/>
                <a:sym typeface="Work San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0" name="Google Shape;180;p35"/>
          <p:cNvSpPr/>
          <p:nvPr>
            <p:ph idx="4" type="pic"/>
          </p:nvPr>
        </p:nvSpPr>
        <p:spPr>
          <a:xfrm>
            <a:off x="2962800" y="3803400"/>
            <a:ext cx="3185700" cy="1342800"/>
          </a:xfrm>
          <a:prstGeom prst="rect">
            <a:avLst/>
          </a:prstGeom>
          <a:noFill/>
          <a:ln>
            <a:noFill/>
          </a:ln>
        </p:spPr>
      </p:sp>
      <p:sp>
        <p:nvSpPr>
          <p:cNvPr id="181" name="Google Shape;181;p35"/>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182" name="Google Shape;182;p35"/>
          <p:cNvSpPr/>
          <p:nvPr>
            <p:ph idx="5" type="pic"/>
          </p:nvPr>
        </p:nvSpPr>
        <p:spPr>
          <a:xfrm>
            <a:off x="664500" y="1341525"/>
            <a:ext cx="3831300" cy="18333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bg>
      <p:bgPr>
        <a:solidFill>
          <a:schemeClr val="accent1"/>
        </a:solidFill>
      </p:bgPr>
    </p:bg>
    <p:spTree>
      <p:nvGrpSpPr>
        <p:cNvPr id="183" name="Shape 183"/>
        <p:cNvGrpSpPr/>
        <p:nvPr/>
      </p:nvGrpSpPr>
      <p:grpSpPr>
        <a:xfrm>
          <a:off x="0" y="0"/>
          <a:ext cx="0" cy="0"/>
          <a:chOff x="0" y="0"/>
          <a:chExt cx="0" cy="0"/>
        </a:xfrm>
      </p:grpSpPr>
      <p:sp>
        <p:nvSpPr>
          <p:cNvPr id="184" name="Google Shape;184;p36"/>
          <p:cNvSpPr/>
          <p:nvPr/>
        </p:nvSpPr>
        <p:spPr>
          <a:xfrm rot="5400000">
            <a:off x="2419800" y="-1953625"/>
            <a:ext cx="4276500" cy="8659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6"/>
          <p:cNvSpPr txBox="1"/>
          <p:nvPr>
            <p:ph type="title"/>
          </p:nvPr>
        </p:nvSpPr>
        <p:spPr>
          <a:xfrm>
            <a:off x="438912" y="457200"/>
            <a:ext cx="8202300" cy="348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186" name="Google Shape;186;p36"/>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l">
              <a:spcBef>
                <a:spcPts val="0"/>
              </a:spcBef>
              <a:spcAft>
                <a:spcPts val="0"/>
              </a:spcAft>
              <a:buNone/>
            </a:pPr>
            <a:fld id="{00000000-1234-1234-1234-123412341234}" type="slidenum">
              <a:rPr lang="en"/>
              <a:t>‹#›</a:t>
            </a:fld>
            <a:endParaRPr/>
          </a:p>
        </p:txBody>
      </p:sp>
      <p:sp>
        <p:nvSpPr>
          <p:cNvPr id="187" name="Google Shape;187;p36"/>
          <p:cNvSpPr txBox="1"/>
          <p:nvPr>
            <p:ph idx="1" type="body"/>
          </p:nvPr>
        </p:nvSpPr>
        <p:spPr>
          <a:xfrm>
            <a:off x="454600" y="1565585"/>
            <a:ext cx="15486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188" name="Google Shape;188;p36"/>
          <p:cNvSpPr txBox="1"/>
          <p:nvPr>
            <p:ph idx="2" type="body"/>
          </p:nvPr>
        </p:nvSpPr>
        <p:spPr>
          <a:xfrm>
            <a:off x="687925" y="1690985"/>
            <a:ext cx="1315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189" name="Google Shape;189;p36"/>
          <p:cNvSpPr txBox="1"/>
          <p:nvPr>
            <p:ph idx="3" type="body"/>
          </p:nvPr>
        </p:nvSpPr>
        <p:spPr>
          <a:xfrm>
            <a:off x="454600" y="2516416"/>
            <a:ext cx="15486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190" name="Google Shape;190;p36"/>
          <p:cNvSpPr txBox="1"/>
          <p:nvPr>
            <p:ph idx="4" type="body"/>
          </p:nvPr>
        </p:nvSpPr>
        <p:spPr>
          <a:xfrm>
            <a:off x="687925" y="2641816"/>
            <a:ext cx="1315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191" name="Google Shape;191;p36"/>
          <p:cNvSpPr txBox="1"/>
          <p:nvPr>
            <p:ph idx="5" type="body"/>
          </p:nvPr>
        </p:nvSpPr>
        <p:spPr>
          <a:xfrm>
            <a:off x="2684925" y="1565585"/>
            <a:ext cx="15486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192" name="Google Shape;192;p36"/>
          <p:cNvSpPr txBox="1"/>
          <p:nvPr>
            <p:ph idx="6" type="body"/>
          </p:nvPr>
        </p:nvSpPr>
        <p:spPr>
          <a:xfrm>
            <a:off x="2918250" y="1690985"/>
            <a:ext cx="1315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193" name="Google Shape;193;p36"/>
          <p:cNvSpPr txBox="1"/>
          <p:nvPr>
            <p:ph idx="7" type="body"/>
          </p:nvPr>
        </p:nvSpPr>
        <p:spPr>
          <a:xfrm>
            <a:off x="2684925" y="2516416"/>
            <a:ext cx="15486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194" name="Google Shape;194;p36"/>
          <p:cNvSpPr txBox="1"/>
          <p:nvPr>
            <p:ph idx="8" type="body"/>
          </p:nvPr>
        </p:nvSpPr>
        <p:spPr>
          <a:xfrm>
            <a:off x="2918250" y="2641816"/>
            <a:ext cx="1315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195" name="Google Shape;195;p36"/>
          <p:cNvSpPr txBox="1"/>
          <p:nvPr>
            <p:ph idx="9" type="body"/>
          </p:nvPr>
        </p:nvSpPr>
        <p:spPr>
          <a:xfrm>
            <a:off x="4901400" y="1565585"/>
            <a:ext cx="15486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196" name="Google Shape;196;p36"/>
          <p:cNvSpPr txBox="1"/>
          <p:nvPr>
            <p:ph idx="13" type="body"/>
          </p:nvPr>
        </p:nvSpPr>
        <p:spPr>
          <a:xfrm>
            <a:off x="5134725" y="1690985"/>
            <a:ext cx="1315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197" name="Google Shape;197;p36"/>
          <p:cNvSpPr txBox="1"/>
          <p:nvPr>
            <p:ph idx="14" type="body"/>
          </p:nvPr>
        </p:nvSpPr>
        <p:spPr>
          <a:xfrm>
            <a:off x="4901400" y="2516416"/>
            <a:ext cx="15486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198" name="Google Shape;198;p36"/>
          <p:cNvSpPr txBox="1"/>
          <p:nvPr>
            <p:ph idx="15" type="body"/>
          </p:nvPr>
        </p:nvSpPr>
        <p:spPr>
          <a:xfrm>
            <a:off x="5134725" y="2641816"/>
            <a:ext cx="1315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199" name="Google Shape;199;p36"/>
          <p:cNvSpPr txBox="1"/>
          <p:nvPr>
            <p:ph idx="16" type="body"/>
          </p:nvPr>
        </p:nvSpPr>
        <p:spPr>
          <a:xfrm>
            <a:off x="7117875" y="1565585"/>
            <a:ext cx="15417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200" name="Google Shape;200;p36"/>
          <p:cNvSpPr txBox="1"/>
          <p:nvPr>
            <p:ph idx="17" type="body"/>
          </p:nvPr>
        </p:nvSpPr>
        <p:spPr>
          <a:xfrm>
            <a:off x="7350149" y="1690985"/>
            <a:ext cx="1309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201" name="Google Shape;201;p36"/>
          <p:cNvSpPr txBox="1"/>
          <p:nvPr>
            <p:ph idx="18" type="body"/>
          </p:nvPr>
        </p:nvSpPr>
        <p:spPr>
          <a:xfrm>
            <a:off x="7117875" y="2516416"/>
            <a:ext cx="15417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1pPr>
            <a:lvl2pPr indent="-279400" lvl="1" marL="914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2pPr>
            <a:lvl3pPr indent="-279400" lvl="2" marL="1371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3pPr>
            <a:lvl4pPr indent="-279400" lvl="3" marL="1828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4pPr>
            <a:lvl5pPr indent="-279400" lvl="4" marL="22860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5pPr>
            <a:lvl6pPr indent="-279400" lvl="5" marL="27432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6pPr>
            <a:lvl7pPr indent="-279400" lvl="6" marL="32004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7pPr>
            <a:lvl8pPr indent="-279400" lvl="7" marL="36576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8pPr>
            <a:lvl9pPr indent="-279400" lvl="8" marL="4114800">
              <a:spcBef>
                <a:spcPts val="0"/>
              </a:spcBef>
              <a:spcAft>
                <a:spcPts val="0"/>
              </a:spcAft>
              <a:buClr>
                <a:schemeClr val="dk1"/>
              </a:buClr>
              <a:buSzPts val="800"/>
              <a:buFont typeface="Work Sans Black"/>
              <a:buChar char="■"/>
              <a:defRPr>
                <a:latin typeface="Work Sans Black"/>
                <a:ea typeface="Work Sans Black"/>
                <a:cs typeface="Work Sans Black"/>
                <a:sym typeface="Work Sans Black"/>
              </a:defRPr>
            </a:lvl9pPr>
          </a:lstStyle>
          <a:p/>
        </p:txBody>
      </p:sp>
      <p:sp>
        <p:nvSpPr>
          <p:cNvPr id="202" name="Google Shape;202;p36"/>
          <p:cNvSpPr txBox="1"/>
          <p:nvPr>
            <p:ph idx="19" type="body"/>
          </p:nvPr>
        </p:nvSpPr>
        <p:spPr>
          <a:xfrm>
            <a:off x="7350149" y="2641816"/>
            <a:ext cx="1309200" cy="1254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Char char="●"/>
              <a:defRPr>
                <a:solidFill>
                  <a:schemeClr val="lt2"/>
                </a:solidFill>
              </a:defRPr>
            </a:lvl1pPr>
            <a:lvl2pPr indent="-279400" lvl="1" marL="914400">
              <a:spcBef>
                <a:spcPts val="0"/>
              </a:spcBef>
              <a:spcAft>
                <a:spcPts val="0"/>
              </a:spcAft>
              <a:buClr>
                <a:schemeClr val="lt2"/>
              </a:buClr>
              <a:buSzPts val="800"/>
              <a:buChar char="○"/>
              <a:defRPr>
                <a:solidFill>
                  <a:schemeClr val="lt2"/>
                </a:solidFill>
              </a:defRPr>
            </a:lvl2pPr>
            <a:lvl3pPr indent="-279400" lvl="2" marL="1371600">
              <a:spcBef>
                <a:spcPts val="0"/>
              </a:spcBef>
              <a:spcAft>
                <a:spcPts val="0"/>
              </a:spcAft>
              <a:buClr>
                <a:schemeClr val="lt2"/>
              </a:buClr>
              <a:buSzPts val="800"/>
              <a:buChar char="■"/>
              <a:defRPr>
                <a:solidFill>
                  <a:schemeClr val="lt2"/>
                </a:solidFill>
              </a:defRPr>
            </a:lvl3pPr>
            <a:lvl4pPr indent="-279400" lvl="3" marL="1828800">
              <a:spcBef>
                <a:spcPts val="0"/>
              </a:spcBef>
              <a:spcAft>
                <a:spcPts val="0"/>
              </a:spcAft>
              <a:buClr>
                <a:schemeClr val="lt2"/>
              </a:buClr>
              <a:buSzPts val="800"/>
              <a:buChar char="●"/>
              <a:defRPr>
                <a:solidFill>
                  <a:schemeClr val="lt2"/>
                </a:solidFill>
              </a:defRPr>
            </a:lvl4pPr>
            <a:lvl5pPr indent="-279400" lvl="4" marL="2286000">
              <a:spcBef>
                <a:spcPts val="0"/>
              </a:spcBef>
              <a:spcAft>
                <a:spcPts val="0"/>
              </a:spcAft>
              <a:buClr>
                <a:schemeClr val="lt2"/>
              </a:buClr>
              <a:buSzPts val="800"/>
              <a:buChar char="○"/>
              <a:defRPr>
                <a:solidFill>
                  <a:schemeClr val="lt2"/>
                </a:solidFill>
              </a:defRPr>
            </a:lvl5pPr>
            <a:lvl6pPr indent="-279400" lvl="5" marL="2743200">
              <a:spcBef>
                <a:spcPts val="0"/>
              </a:spcBef>
              <a:spcAft>
                <a:spcPts val="0"/>
              </a:spcAft>
              <a:buClr>
                <a:schemeClr val="lt2"/>
              </a:buClr>
              <a:buSzPts val="800"/>
              <a:buChar char="■"/>
              <a:defRPr>
                <a:solidFill>
                  <a:schemeClr val="lt2"/>
                </a:solidFill>
              </a:defRPr>
            </a:lvl6pPr>
            <a:lvl7pPr indent="-279400" lvl="6" marL="3200400">
              <a:spcBef>
                <a:spcPts val="0"/>
              </a:spcBef>
              <a:spcAft>
                <a:spcPts val="0"/>
              </a:spcAft>
              <a:buClr>
                <a:schemeClr val="lt2"/>
              </a:buClr>
              <a:buSzPts val="800"/>
              <a:buChar char="●"/>
              <a:defRPr>
                <a:solidFill>
                  <a:schemeClr val="lt2"/>
                </a:solidFill>
              </a:defRPr>
            </a:lvl7pPr>
            <a:lvl8pPr indent="-279400" lvl="7" marL="3657600">
              <a:spcBef>
                <a:spcPts val="0"/>
              </a:spcBef>
              <a:spcAft>
                <a:spcPts val="0"/>
              </a:spcAft>
              <a:buClr>
                <a:schemeClr val="lt2"/>
              </a:buClr>
              <a:buSzPts val="800"/>
              <a:buChar char="○"/>
              <a:defRPr>
                <a:solidFill>
                  <a:schemeClr val="lt2"/>
                </a:solidFill>
              </a:defRPr>
            </a:lvl8pPr>
            <a:lvl9pPr indent="-279400" lvl="8" marL="4114800">
              <a:spcBef>
                <a:spcPts val="0"/>
              </a:spcBef>
              <a:spcAft>
                <a:spcPts val="0"/>
              </a:spcAft>
              <a:buClr>
                <a:schemeClr val="lt2"/>
              </a:buClr>
              <a:buSzPts val="800"/>
              <a:buChar char="■"/>
              <a:defRPr>
                <a:solidFill>
                  <a:schemeClr val="lt2"/>
                </a:solidFill>
              </a:defRPr>
            </a:lvl9pPr>
          </a:lstStyle>
          <a:p/>
        </p:txBody>
      </p:sp>
      <p:sp>
        <p:nvSpPr>
          <p:cNvPr id="203" name="Google Shape;203;p36"/>
          <p:cNvSpPr txBox="1"/>
          <p:nvPr>
            <p:ph idx="20"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204" name="Google Shape;204;p36"/>
          <p:cNvSpPr txBox="1"/>
          <p:nvPr>
            <p:ph idx="21"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205" name="Google Shape;205;p36"/>
          <p:cNvSpPr txBox="1"/>
          <p:nvPr>
            <p:ph idx="22"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SzPts val="800"/>
              <a:buChar char="●"/>
              <a:defRPr/>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a:lvl3pPr>
            <a:lvl4pPr indent="-279400" lvl="3" marL="1828800" algn="r">
              <a:spcBef>
                <a:spcPts val="0"/>
              </a:spcBef>
              <a:spcAft>
                <a:spcPts val="0"/>
              </a:spcAft>
              <a:buSzPts val="800"/>
              <a:buChar char="●"/>
              <a:defRPr/>
            </a:lvl4pPr>
            <a:lvl5pPr indent="-279400" lvl="4" marL="2286000" algn="r">
              <a:spcBef>
                <a:spcPts val="0"/>
              </a:spcBef>
              <a:spcAft>
                <a:spcPts val="0"/>
              </a:spcAft>
              <a:buSzPts val="800"/>
              <a:buChar char="○"/>
              <a:defRPr/>
            </a:lvl5pPr>
            <a:lvl6pPr indent="-279400" lvl="5" marL="2743200" algn="r">
              <a:spcBef>
                <a:spcPts val="0"/>
              </a:spcBef>
              <a:spcAft>
                <a:spcPts val="0"/>
              </a:spcAft>
              <a:buSzPts val="800"/>
              <a:buChar char="■"/>
              <a:defRPr/>
            </a:lvl6pPr>
            <a:lvl7pPr indent="-279400" lvl="6" marL="3200400" algn="r">
              <a:spcBef>
                <a:spcPts val="0"/>
              </a:spcBef>
              <a:spcAft>
                <a:spcPts val="0"/>
              </a:spcAft>
              <a:buSzPts val="800"/>
              <a:buChar char="●"/>
              <a:defRPr/>
            </a:lvl7pPr>
            <a:lvl8pPr indent="-279400" lvl="7" marL="3657600" algn="r">
              <a:spcBef>
                <a:spcPts val="0"/>
              </a:spcBef>
              <a:spcAft>
                <a:spcPts val="0"/>
              </a:spcAft>
              <a:buSzPts val="800"/>
              <a:buChar char="○"/>
              <a:defRPr/>
            </a:lvl8pPr>
            <a:lvl9pPr indent="-279400" lvl="8" marL="4114800" algn="r">
              <a:spcBef>
                <a:spcPts val="0"/>
              </a:spcBef>
              <a:spcAft>
                <a:spcPts val="0"/>
              </a:spcAft>
              <a:buSzPts val="800"/>
              <a:buChar char="■"/>
              <a:defRPr/>
            </a:lvl9pPr>
          </a:lstStyle>
          <a:p/>
        </p:txBody>
      </p:sp>
      <p:cxnSp>
        <p:nvCxnSpPr>
          <p:cNvPr id="206" name="Google Shape;206;p36"/>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extLst>
    <p:ext uri="{DCECCB84-F9BA-43D5-87BE-67443E8EF086}">
      <p15:sldGuideLst>
        <p15:guide id="1" pos="286">
          <p15:clr>
            <a:srgbClr val="E46962"/>
          </p15:clr>
        </p15:guide>
        <p15:guide id="2" pos="5455">
          <p15:clr>
            <a:srgbClr val="E46962"/>
          </p15:clr>
        </p15:guide>
        <p15:guide id="3" pos="1688">
          <p15:clr>
            <a:srgbClr val="E46962"/>
          </p15:clr>
        </p15:guide>
        <p15:guide id="4" pos="3087">
          <p15:clr>
            <a:srgbClr val="E46962"/>
          </p15:clr>
        </p15:guide>
        <p15:guide id="5" pos="4484">
          <p15:clr>
            <a:srgbClr val="E46962"/>
          </p15:clr>
        </p15:guide>
        <p15:guide id="6" pos="1262">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oint Summary" type="tx">
  <p:cSld name="TITLE_AND_BODY">
    <p:spTree>
      <p:nvGrpSpPr>
        <p:cNvPr id="207" name="Shape 207"/>
        <p:cNvGrpSpPr/>
        <p:nvPr/>
      </p:nvGrpSpPr>
      <p:grpSpPr>
        <a:xfrm>
          <a:off x="0" y="0"/>
          <a:ext cx="0" cy="0"/>
          <a:chOff x="0" y="0"/>
          <a:chExt cx="0" cy="0"/>
        </a:xfrm>
      </p:grpSpPr>
      <p:sp>
        <p:nvSpPr>
          <p:cNvPr id="208" name="Google Shape;208;p37"/>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7"/>
          <p:cNvSpPr txBox="1"/>
          <p:nvPr>
            <p:ph type="title"/>
          </p:nvPr>
        </p:nvSpPr>
        <p:spPr>
          <a:xfrm>
            <a:off x="440663" y="612669"/>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dk1"/>
              </a:buClr>
              <a:buSzPts val="2800"/>
              <a:buFont typeface="Work Sans Black"/>
              <a:buNone/>
              <a:defRPr>
                <a:solidFill>
                  <a:schemeClr val="dk1"/>
                </a:solidFill>
              </a:defRPr>
            </a:lvl2pPr>
            <a:lvl3pPr lvl="2">
              <a:spcBef>
                <a:spcPts val="0"/>
              </a:spcBef>
              <a:spcAft>
                <a:spcPts val="0"/>
              </a:spcAft>
              <a:buClr>
                <a:schemeClr val="dk1"/>
              </a:buClr>
              <a:buSzPts val="2800"/>
              <a:buFont typeface="Work Sans Black"/>
              <a:buNone/>
              <a:defRPr>
                <a:solidFill>
                  <a:schemeClr val="dk1"/>
                </a:solidFill>
              </a:defRPr>
            </a:lvl3pPr>
            <a:lvl4pPr lvl="3">
              <a:spcBef>
                <a:spcPts val="0"/>
              </a:spcBef>
              <a:spcAft>
                <a:spcPts val="0"/>
              </a:spcAft>
              <a:buClr>
                <a:schemeClr val="dk1"/>
              </a:buClr>
              <a:buSzPts val="2800"/>
              <a:buFont typeface="Work Sans Black"/>
              <a:buNone/>
              <a:defRPr>
                <a:solidFill>
                  <a:schemeClr val="dk1"/>
                </a:solidFill>
              </a:defRPr>
            </a:lvl4pPr>
            <a:lvl5pPr lvl="4">
              <a:spcBef>
                <a:spcPts val="0"/>
              </a:spcBef>
              <a:spcAft>
                <a:spcPts val="0"/>
              </a:spcAft>
              <a:buClr>
                <a:schemeClr val="dk1"/>
              </a:buClr>
              <a:buSzPts val="2800"/>
              <a:buFont typeface="Work Sans Black"/>
              <a:buNone/>
              <a:defRPr>
                <a:solidFill>
                  <a:schemeClr val="dk1"/>
                </a:solidFill>
              </a:defRPr>
            </a:lvl5pPr>
            <a:lvl6pPr lvl="5">
              <a:spcBef>
                <a:spcPts val="0"/>
              </a:spcBef>
              <a:spcAft>
                <a:spcPts val="0"/>
              </a:spcAft>
              <a:buClr>
                <a:schemeClr val="dk1"/>
              </a:buClr>
              <a:buSzPts val="2800"/>
              <a:buFont typeface="Work Sans Black"/>
              <a:buNone/>
              <a:defRPr>
                <a:solidFill>
                  <a:schemeClr val="dk1"/>
                </a:solidFill>
              </a:defRPr>
            </a:lvl6pPr>
            <a:lvl7pPr lvl="6">
              <a:spcBef>
                <a:spcPts val="0"/>
              </a:spcBef>
              <a:spcAft>
                <a:spcPts val="0"/>
              </a:spcAft>
              <a:buClr>
                <a:schemeClr val="dk1"/>
              </a:buClr>
              <a:buSzPts val="2800"/>
              <a:buFont typeface="Work Sans Black"/>
              <a:buNone/>
              <a:defRPr>
                <a:solidFill>
                  <a:schemeClr val="dk1"/>
                </a:solidFill>
              </a:defRPr>
            </a:lvl7pPr>
            <a:lvl8pPr lvl="7">
              <a:spcBef>
                <a:spcPts val="0"/>
              </a:spcBef>
              <a:spcAft>
                <a:spcPts val="0"/>
              </a:spcAft>
              <a:buClr>
                <a:schemeClr val="dk1"/>
              </a:buClr>
              <a:buSzPts val="2800"/>
              <a:buFont typeface="Work Sans Black"/>
              <a:buNone/>
              <a:defRPr>
                <a:solidFill>
                  <a:schemeClr val="dk1"/>
                </a:solidFill>
              </a:defRPr>
            </a:lvl8pPr>
            <a:lvl9pPr lvl="8">
              <a:spcBef>
                <a:spcPts val="0"/>
              </a:spcBef>
              <a:spcAft>
                <a:spcPts val="0"/>
              </a:spcAft>
              <a:buClr>
                <a:schemeClr val="dk1"/>
              </a:buClr>
              <a:buSzPts val="2800"/>
              <a:buFont typeface="Work Sans Black"/>
              <a:buNone/>
              <a:defRPr>
                <a:solidFill>
                  <a:schemeClr val="dk1"/>
                </a:solidFill>
              </a:defRPr>
            </a:lvl9pPr>
          </a:lstStyle>
          <a:p/>
        </p:txBody>
      </p:sp>
      <p:sp>
        <p:nvSpPr>
          <p:cNvPr id="210" name="Google Shape;210;p37"/>
          <p:cNvSpPr txBox="1"/>
          <p:nvPr>
            <p:ph idx="1"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211" name="Google Shape;211;p37"/>
          <p:cNvSpPr/>
          <p:nvPr>
            <p:ph idx="2" type="pic"/>
          </p:nvPr>
        </p:nvSpPr>
        <p:spPr>
          <a:xfrm>
            <a:off x="456025" y="2138426"/>
            <a:ext cx="1766100" cy="1189800"/>
          </a:xfrm>
          <a:prstGeom prst="rect">
            <a:avLst/>
          </a:prstGeom>
          <a:noFill/>
          <a:ln>
            <a:noFill/>
          </a:ln>
        </p:spPr>
      </p:sp>
      <p:sp>
        <p:nvSpPr>
          <p:cNvPr id="212" name="Google Shape;212;p37"/>
          <p:cNvSpPr txBox="1"/>
          <p:nvPr>
            <p:ph idx="3" type="subTitle"/>
          </p:nvPr>
        </p:nvSpPr>
        <p:spPr>
          <a:xfrm>
            <a:off x="453325" y="3530474"/>
            <a:ext cx="2283600" cy="169200"/>
          </a:xfrm>
          <a:prstGeom prst="rect">
            <a:avLst/>
          </a:prstGeom>
        </p:spPr>
        <p:txBody>
          <a:bodyPr anchorCtr="0" anchor="b" bIns="0" lIns="0" spcFirstLastPara="1" rIns="0" wrap="square" tIns="0">
            <a:noAutofit/>
          </a:bodyPr>
          <a:lstStyle>
            <a:lvl1pPr lvl="0">
              <a:spcBef>
                <a:spcPts val="0"/>
              </a:spcBef>
              <a:spcAft>
                <a:spcPts val="0"/>
              </a:spcAft>
              <a:buClr>
                <a:schemeClr val="lt2"/>
              </a:buClr>
              <a:buSzPts val="1100"/>
              <a:buFont typeface="Work Sans Black"/>
              <a:buNone/>
              <a:defRPr/>
            </a:lvl1pPr>
            <a:lvl2pPr lvl="1">
              <a:spcBef>
                <a:spcPts val="0"/>
              </a:spcBef>
              <a:spcAft>
                <a:spcPts val="0"/>
              </a:spcAft>
              <a:buClr>
                <a:schemeClr val="lt2"/>
              </a:buClr>
              <a:buSzPts val="1100"/>
              <a:buFont typeface="Work Sans Black"/>
              <a:buNone/>
              <a:defRPr/>
            </a:lvl2pPr>
            <a:lvl3pPr lvl="2">
              <a:spcBef>
                <a:spcPts val="0"/>
              </a:spcBef>
              <a:spcAft>
                <a:spcPts val="0"/>
              </a:spcAft>
              <a:buClr>
                <a:schemeClr val="lt2"/>
              </a:buClr>
              <a:buSzPts val="1100"/>
              <a:buFont typeface="Work Sans Black"/>
              <a:buNone/>
              <a:defRPr/>
            </a:lvl3pPr>
            <a:lvl4pPr lvl="3">
              <a:spcBef>
                <a:spcPts val="0"/>
              </a:spcBef>
              <a:spcAft>
                <a:spcPts val="0"/>
              </a:spcAft>
              <a:buClr>
                <a:schemeClr val="lt2"/>
              </a:buClr>
              <a:buSzPts val="1100"/>
              <a:buFont typeface="Work Sans Black"/>
              <a:buNone/>
              <a:defRPr/>
            </a:lvl4pPr>
            <a:lvl5pPr lvl="4">
              <a:spcBef>
                <a:spcPts val="0"/>
              </a:spcBef>
              <a:spcAft>
                <a:spcPts val="0"/>
              </a:spcAft>
              <a:buClr>
                <a:schemeClr val="lt2"/>
              </a:buClr>
              <a:buSzPts val="1100"/>
              <a:buFont typeface="Work Sans Black"/>
              <a:buNone/>
              <a:defRPr/>
            </a:lvl5pPr>
            <a:lvl6pPr lvl="5">
              <a:spcBef>
                <a:spcPts val="0"/>
              </a:spcBef>
              <a:spcAft>
                <a:spcPts val="0"/>
              </a:spcAft>
              <a:buClr>
                <a:schemeClr val="lt2"/>
              </a:buClr>
              <a:buSzPts val="1100"/>
              <a:buFont typeface="Work Sans Black"/>
              <a:buNone/>
              <a:defRPr/>
            </a:lvl6pPr>
            <a:lvl7pPr lvl="6">
              <a:spcBef>
                <a:spcPts val="0"/>
              </a:spcBef>
              <a:spcAft>
                <a:spcPts val="0"/>
              </a:spcAft>
              <a:buClr>
                <a:schemeClr val="lt2"/>
              </a:buClr>
              <a:buSzPts val="1100"/>
              <a:buFont typeface="Work Sans Black"/>
              <a:buNone/>
              <a:defRPr/>
            </a:lvl7pPr>
            <a:lvl8pPr lvl="7">
              <a:spcBef>
                <a:spcPts val="0"/>
              </a:spcBef>
              <a:spcAft>
                <a:spcPts val="0"/>
              </a:spcAft>
              <a:buClr>
                <a:schemeClr val="lt2"/>
              </a:buClr>
              <a:buSzPts val="1100"/>
              <a:buFont typeface="Work Sans Black"/>
              <a:buNone/>
              <a:defRPr/>
            </a:lvl8pPr>
            <a:lvl9pPr lvl="8">
              <a:spcBef>
                <a:spcPts val="0"/>
              </a:spcBef>
              <a:spcAft>
                <a:spcPts val="0"/>
              </a:spcAft>
              <a:buClr>
                <a:schemeClr val="lt2"/>
              </a:buClr>
              <a:buSzPts val="1100"/>
              <a:buFont typeface="Work Sans Black"/>
              <a:buNone/>
              <a:defRPr/>
            </a:lvl9pPr>
          </a:lstStyle>
          <a:p/>
        </p:txBody>
      </p:sp>
      <p:sp>
        <p:nvSpPr>
          <p:cNvPr id="213" name="Google Shape;213;p37"/>
          <p:cNvSpPr/>
          <p:nvPr/>
        </p:nvSpPr>
        <p:spPr>
          <a:xfrm rot="5400000">
            <a:off x="2419450"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7"/>
          <p:cNvSpPr txBox="1"/>
          <p:nvPr>
            <p:ph idx="4" type="body"/>
          </p:nvPr>
        </p:nvSpPr>
        <p:spPr>
          <a:xfrm>
            <a:off x="3412150" y="3803400"/>
            <a:ext cx="2277000" cy="498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215" name="Google Shape;215;p37"/>
          <p:cNvSpPr/>
          <p:nvPr>
            <p:ph idx="5" type="pic"/>
          </p:nvPr>
        </p:nvSpPr>
        <p:spPr>
          <a:xfrm>
            <a:off x="3418600" y="2138400"/>
            <a:ext cx="1766100" cy="1189800"/>
          </a:xfrm>
          <a:prstGeom prst="rect">
            <a:avLst/>
          </a:prstGeom>
          <a:noFill/>
          <a:ln>
            <a:noFill/>
          </a:ln>
        </p:spPr>
      </p:sp>
      <p:sp>
        <p:nvSpPr>
          <p:cNvPr id="216" name="Google Shape;216;p37"/>
          <p:cNvSpPr txBox="1"/>
          <p:nvPr>
            <p:ph idx="6" type="subTitle"/>
          </p:nvPr>
        </p:nvSpPr>
        <p:spPr>
          <a:xfrm>
            <a:off x="3415900" y="3530474"/>
            <a:ext cx="2283600" cy="169200"/>
          </a:xfrm>
          <a:prstGeom prst="rect">
            <a:avLst/>
          </a:prstGeom>
        </p:spPr>
        <p:txBody>
          <a:bodyPr anchorCtr="0" anchor="b" bIns="0" lIns="0" spcFirstLastPara="1" rIns="0" wrap="square" tIns="0">
            <a:noAutofit/>
          </a:bodyPr>
          <a:lstStyle>
            <a:lvl1pPr lvl="0">
              <a:spcBef>
                <a:spcPts val="0"/>
              </a:spcBef>
              <a:spcAft>
                <a:spcPts val="0"/>
              </a:spcAft>
              <a:buClr>
                <a:schemeClr val="lt2"/>
              </a:buClr>
              <a:buSzPts val="1100"/>
              <a:buFont typeface="Work Sans Black"/>
              <a:buNone/>
              <a:defRPr/>
            </a:lvl1pPr>
            <a:lvl2pPr lvl="1">
              <a:spcBef>
                <a:spcPts val="0"/>
              </a:spcBef>
              <a:spcAft>
                <a:spcPts val="0"/>
              </a:spcAft>
              <a:buClr>
                <a:schemeClr val="lt2"/>
              </a:buClr>
              <a:buSzPts val="1100"/>
              <a:buFont typeface="Work Sans Black"/>
              <a:buNone/>
              <a:defRPr/>
            </a:lvl2pPr>
            <a:lvl3pPr lvl="2">
              <a:spcBef>
                <a:spcPts val="0"/>
              </a:spcBef>
              <a:spcAft>
                <a:spcPts val="0"/>
              </a:spcAft>
              <a:buClr>
                <a:schemeClr val="lt2"/>
              </a:buClr>
              <a:buSzPts val="1100"/>
              <a:buFont typeface="Work Sans Black"/>
              <a:buNone/>
              <a:defRPr/>
            </a:lvl3pPr>
            <a:lvl4pPr lvl="3">
              <a:spcBef>
                <a:spcPts val="0"/>
              </a:spcBef>
              <a:spcAft>
                <a:spcPts val="0"/>
              </a:spcAft>
              <a:buClr>
                <a:schemeClr val="lt2"/>
              </a:buClr>
              <a:buSzPts val="1100"/>
              <a:buFont typeface="Work Sans Black"/>
              <a:buNone/>
              <a:defRPr/>
            </a:lvl4pPr>
            <a:lvl5pPr lvl="4">
              <a:spcBef>
                <a:spcPts val="0"/>
              </a:spcBef>
              <a:spcAft>
                <a:spcPts val="0"/>
              </a:spcAft>
              <a:buClr>
                <a:schemeClr val="lt2"/>
              </a:buClr>
              <a:buSzPts val="1100"/>
              <a:buFont typeface="Work Sans Black"/>
              <a:buNone/>
              <a:defRPr/>
            </a:lvl5pPr>
            <a:lvl6pPr lvl="5">
              <a:spcBef>
                <a:spcPts val="0"/>
              </a:spcBef>
              <a:spcAft>
                <a:spcPts val="0"/>
              </a:spcAft>
              <a:buClr>
                <a:schemeClr val="lt2"/>
              </a:buClr>
              <a:buSzPts val="1100"/>
              <a:buFont typeface="Work Sans Black"/>
              <a:buNone/>
              <a:defRPr/>
            </a:lvl6pPr>
            <a:lvl7pPr lvl="6">
              <a:spcBef>
                <a:spcPts val="0"/>
              </a:spcBef>
              <a:spcAft>
                <a:spcPts val="0"/>
              </a:spcAft>
              <a:buClr>
                <a:schemeClr val="lt2"/>
              </a:buClr>
              <a:buSzPts val="1100"/>
              <a:buFont typeface="Work Sans Black"/>
              <a:buNone/>
              <a:defRPr/>
            </a:lvl7pPr>
            <a:lvl8pPr lvl="7">
              <a:spcBef>
                <a:spcPts val="0"/>
              </a:spcBef>
              <a:spcAft>
                <a:spcPts val="0"/>
              </a:spcAft>
              <a:buClr>
                <a:schemeClr val="lt2"/>
              </a:buClr>
              <a:buSzPts val="1100"/>
              <a:buFont typeface="Work Sans Black"/>
              <a:buNone/>
              <a:defRPr/>
            </a:lvl8pPr>
            <a:lvl9pPr lvl="8">
              <a:spcBef>
                <a:spcPts val="0"/>
              </a:spcBef>
              <a:spcAft>
                <a:spcPts val="0"/>
              </a:spcAft>
              <a:buClr>
                <a:schemeClr val="lt2"/>
              </a:buClr>
              <a:buSzPts val="1100"/>
              <a:buFont typeface="Work Sans Black"/>
              <a:buNone/>
              <a:defRPr/>
            </a:lvl9pPr>
          </a:lstStyle>
          <a:p/>
        </p:txBody>
      </p:sp>
      <p:sp>
        <p:nvSpPr>
          <p:cNvPr id="217" name="Google Shape;217;p37"/>
          <p:cNvSpPr/>
          <p:nvPr/>
        </p:nvSpPr>
        <p:spPr>
          <a:xfrm rot="5400000">
            <a:off x="53820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7"/>
          <p:cNvSpPr txBox="1"/>
          <p:nvPr>
            <p:ph idx="7" type="body"/>
          </p:nvPr>
        </p:nvSpPr>
        <p:spPr>
          <a:xfrm>
            <a:off x="6374725" y="3803250"/>
            <a:ext cx="2277000" cy="498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219" name="Google Shape;219;p37"/>
          <p:cNvSpPr/>
          <p:nvPr>
            <p:ph idx="8" type="pic"/>
          </p:nvPr>
        </p:nvSpPr>
        <p:spPr>
          <a:xfrm>
            <a:off x="6381175" y="2138400"/>
            <a:ext cx="1766100" cy="1189800"/>
          </a:xfrm>
          <a:prstGeom prst="rect">
            <a:avLst/>
          </a:prstGeom>
          <a:noFill/>
          <a:ln>
            <a:noFill/>
          </a:ln>
        </p:spPr>
      </p:sp>
      <p:sp>
        <p:nvSpPr>
          <p:cNvPr id="220" name="Google Shape;220;p37"/>
          <p:cNvSpPr txBox="1"/>
          <p:nvPr>
            <p:ph idx="9" type="subTitle"/>
          </p:nvPr>
        </p:nvSpPr>
        <p:spPr>
          <a:xfrm>
            <a:off x="6378475" y="3530474"/>
            <a:ext cx="2283600" cy="169200"/>
          </a:xfrm>
          <a:prstGeom prst="rect">
            <a:avLst/>
          </a:prstGeom>
        </p:spPr>
        <p:txBody>
          <a:bodyPr anchorCtr="0" anchor="b" bIns="0" lIns="0" spcFirstLastPara="1" rIns="0" wrap="square" tIns="0">
            <a:noAutofit/>
          </a:bodyPr>
          <a:lstStyle>
            <a:lvl1pPr lvl="0">
              <a:spcBef>
                <a:spcPts val="0"/>
              </a:spcBef>
              <a:spcAft>
                <a:spcPts val="0"/>
              </a:spcAft>
              <a:buClr>
                <a:schemeClr val="lt2"/>
              </a:buClr>
              <a:buSzPts val="1100"/>
              <a:buFont typeface="Work Sans Black"/>
              <a:buNone/>
              <a:defRPr/>
            </a:lvl1pPr>
            <a:lvl2pPr lvl="1">
              <a:spcBef>
                <a:spcPts val="0"/>
              </a:spcBef>
              <a:spcAft>
                <a:spcPts val="0"/>
              </a:spcAft>
              <a:buClr>
                <a:schemeClr val="lt2"/>
              </a:buClr>
              <a:buSzPts val="1100"/>
              <a:buFont typeface="Work Sans Black"/>
              <a:buNone/>
              <a:defRPr/>
            </a:lvl2pPr>
            <a:lvl3pPr lvl="2">
              <a:spcBef>
                <a:spcPts val="0"/>
              </a:spcBef>
              <a:spcAft>
                <a:spcPts val="0"/>
              </a:spcAft>
              <a:buClr>
                <a:schemeClr val="lt2"/>
              </a:buClr>
              <a:buSzPts val="1100"/>
              <a:buFont typeface="Work Sans Black"/>
              <a:buNone/>
              <a:defRPr/>
            </a:lvl3pPr>
            <a:lvl4pPr lvl="3">
              <a:spcBef>
                <a:spcPts val="0"/>
              </a:spcBef>
              <a:spcAft>
                <a:spcPts val="0"/>
              </a:spcAft>
              <a:buClr>
                <a:schemeClr val="lt2"/>
              </a:buClr>
              <a:buSzPts val="1100"/>
              <a:buFont typeface="Work Sans Black"/>
              <a:buNone/>
              <a:defRPr/>
            </a:lvl4pPr>
            <a:lvl5pPr lvl="4">
              <a:spcBef>
                <a:spcPts val="0"/>
              </a:spcBef>
              <a:spcAft>
                <a:spcPts val="0"/>
              </a:spcAft>
              <a:buClr>
                <a:schemeClr val="lt2"/>
              </a:buClr>
              <a:buSzPts val="1100"/>
              <a:buFont typeface="Work Sans Black"/>
              <a:buNone/>
              <a:defRPr/>
            </a:lvl5pPr>
            <a:lvl6pPr lvl="5">
              <a:spcBef>
                <a:spcPts val="0"/>
              </a:spcBef>
              <a:spcAft>
                <a:spcPts val="0"/>
              </a:spcAft>
              <a:buClr>
                <a:schemeClr val="lt2"/>
              </a:buClr>
              <a:buSzPts val="1100"/>
              <a:buFont typeface="Work Sans Black"/>
              <a:buNone/>
              <a:defRPr/>
            </a:lvl6pPr>
            <a:lvl7pPr lvl="6">
              <a:spcBef>
                <a:spcPts val="0"/>
              </a:spcBef>
              <a:spcAft>
                <a:spcPts val="0"/>
              </a:spcAft>
              <a:buClr>
                <a:schemeClr val="lt2"/>
              </a:buClr>
              <a:buSzPts val="1100"/>
              <a:buFont typeface="Work Sans Black"/>
              <a:buNone/>
              <a:defRPr/>
            </a:lvl7pPr>
            <a:lvl8pPr lvl="7">
              <a:spcBef>
                <a:spcPts val="0"/>
              </a:spcBef>
              <a:spcAft>
                <a:spcPts val="0"/>
              </a:spcAft>
              <a:buClr>
                <a:schemeClr val="lt2"/>
              </a:buClr>
              <a:buSzPts val="1100"/>
              <a:buFont typeface="Work Sans Black"/>
              <a:buNone/>
              <a:defRPr/>
            </a:lvl8pPr>
            <a:lvl9pPr lvl="8">
              <a:spcBef>
                <a:spcPts val="0"/>
              </a:spcBef>
              <a:spcAft>
                <a:spcPts val="0"/>
              </a:spcAft>
              <a:buClr>
                <a:schemeClr val="lt2"/>
              </a:buClr>
              <a:buSzPts val="1100"/>
              <a:buFont typeface="Work Sans Black"/>
              <a:buNone/>
              <a:defRPr/>
            </a:lvl9pPr>
          </a:lstStyle>
          <a:p/>
        </p:txBody>
      </p:sp>
      <p:sp>
        <p:nvSpPr>
          <p:cNvPr id="221" name="Google Shape;221;p37"/>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22" name="Google Shape;222;p37"/>
          <p:cNvSpPr txBox="1"/>
          <p:nvPr>
            <p:ph idx="13"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23" name="Google Shape;223;p37"/>
          <p:cNvSpPr txBox="1"/>
          <p:nvPr>
            <p:ph idx="14"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24" name="Google Shape;224;p37"/>
          <p:cNvSpPr txBox="1"/>
          <p:nvPr>
            <p:ph idx="15"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225" name="Google Shape;225;p37"/>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226" name="Google Shape;226;p37"/>
          <p:cNvSpPr txBox="1"/>
          <p:nvPr>
            <p:ph idx="16" type="body"/>
          </p:nvPr>
        </p:nvSpPr>
        <p:spPr>
          <a:xfrm>
            <a:off x="449575" y="3803400"/>
            <a:ext cx="2287500" cy="4986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Tree>
  </p:cSld>
  <p:clrMapOvr>
    <a:masterClrMapping/>
  </p:clrMapOvr>
  <p:extLst>
    <p:ext uri="{DCECCB84-F9BA-43D5-87BE-67443E8EF086}">
      <p15:sldGuideLst>
        <p15:guide id="1" pos="286">
          <p15:clr>
            <a:srgbClr val="E46962"/>
          </p15:clr>
        </p15:guide>
        <p15:guide id="2" pos="1724">
          <p15:clr>
            <a:srgbClr val="E46962"/>
          </p15:clr>
        </p15:guide>
        <p15:guide id="3" pos="2153">
          <p15:clr>
            <a:srgbClr val="E46962"/>
          </p15:clr>
        </p15:guide>
        <p15:guide id="4" pos="4016">
          <p15:clr>
            <a:srgbClr val="E46962"/>
          </p15:clr>
        </p15:guide>
        <p15:guide id="5" pos="5450">
          <p15:clr>
            <a:srgbClr val="E46962"/>
          </p15:clr>
        </p15:guide>
        <p15:guide id="6" pos="3584">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type="twoColTx">
  <p:cSld name="TITLE_AND_TWO_COLUMNS">
    <p:bg>
      <p:bgPr>
        <a:solidFill>
          <a:schemeClr val="accent2"/>
        </a:solidFill>
      </p:bgPr>
    </p:bg>
    <p:spTree>
      <p:nvGrpSpPr>
        <p:cNvPr id="227" name="Shape 227"/>
        <p:cNvGrpSpPr/>
        <p:nvPr/>
      </p:nvGrpSpPr>
      <p:grpSpPr>
        <a:xfrm>
          <a:off x="0" y="0"/>
          <a:ext cx="0" cy="0"/>
          <a:chOff x="0" y="0"/>
          <a:chExt cx="0" cy="0"/>
        </a:xfrm>
      </p:grpSpPr>
      <p:sp>
        <p:nvSpPr>
          <p:cNvPr id="228" name="Google Shape;228;p38"/>
          <p:cNvSpPr txBox="1"/>
          <p:nvPr>
            <p:ph type="title"/>
          </p:nvPr>
        </p:nvSpPr>
        <p:spPr>
          <a:xfrm>
            <a:off x="783675" y="193215"/>
            <a:ext cx="7837500" cy="1803300"/>
          </a:xfrm>
          <a:prstGeom prst="rect">
            <a:avLst/>
          </a:prstGeom>
        </p:spPr>
        <p:txBody>
          <a:bodyPr anchorCtr="0" anchor="b" bIns="0" lIns="0" spcFirstLastPara="1" rIns="0" wrap="square" tIns="0">
            <a:noAutofit/>
          </a:bodyPr>
          <a:lstStyle>
            <a:lvl1pPr lvl="0">
              <a:spcBef>
                <a:spcPts val="0"/>
              </a:spcBef>
              <a:spcAft>
                <a:spcPts val="0"/>
              </a:spcAft>
              <a:buClr>
                <a:schemeClr val="accent1"/>
              </a:buClr>
              <a:buSzPts val="14600"/>
              <a:buFont typeface="Work Sans ExtraLight"/>
              <a:buNone/>
              <a:defRPr sz="14600">
                <a:solidFill>
                  <a:schemeClr val="accent1"/>
                </a:solidFill>
                <a:latin typeface="Work Sans ExtraLight"/>
                <a:ea typeface="Work Sans ExtraLight"/>
                <a:cs typeface="Work Sans ExtraLight"/>
                <a:sym typeface="Work Sans ExtraLight"/>
              </a:defRPr>
            </a:lvl1pPr>
            <a:lvl2pPr lvl="1">
              <a:spcBef>
                <a:spcPts val="0"/>
              </a:spcBef>
              <a:spcAft>
                <a:spcPts val="0"/>
              </a:spcAft>
              <a:buClr>
                <a:schemeClr val="dk2"/>
              </a:buClr>
              <a:buSzPts val="2800"/>
              <a:buNone/>
              <a:defRPr>
                <a:solidFill>
                  <a:schemeClr val="dk2"/>
                </a:solidFill>
                <a:latin typeface="Work Sans"/>
                <a:ea typeface="Work Sans"/>
                <a:cs typeface="Work Sans"/>
                <a:sym typeface="Work Sans"/>
              </a:defRPr>
            </a:lvl2pPr>
            <a:lvl3pPr lvl="2">
              <a:spcBef>
                <a:spcPts val="0"/>
              </a:spcBef>
              <a:spcAft>
                <a:spcPts val="0"/>
              </a:spcAft>
              <a:buClr>
                <a:schemeClr val="dk2"/>
              </a:buClr>
              <a:buSzPts val="2800"/>
              <a:buNone/>
              <a:defRPr>
                <a:solidFill>
                  <a:schemeClr val="dk2"/>
                </a:solidFill>
                <a:latin typeface="Work Sans"/>
                <a:ea typeface="Work Sans"/>
                <a:cs typeface="Work Sans"/>
                <a:sym typeface="Work Sans"/>
              </a:defRPr>
            </a:lvl3pPr>
            <a:lvl4pPr lvl="3">
              <a:spcBef>
                <a:spcPts val="0"/>
              </a:spcBef>
              <a:spcAft>
                <a:spcPts val="0"/>
              </a:spcAft>
              <a:buClr>
                <a:schemeClr val="dk2"/>
              </a:buClr>
              <a:buSzPts val="2800"/>
              <a:buNone/>
              <a:defRPr>
                <a:solidFill>
                  <a:schemeClr val="dk2"/>
                </a:solidFill>
                <a:latin typeface="Work Sans"/>
                <a:ea typeface="Work Sans"/>
                <a:cs typeface="Work Sans"/>
                <a:sym typeface="Work Sans"/>
              </a:defRPr>
            </a:lvl4pPr>
            <a:lvl5pPr lvl="4">
              <a:spcBef>
                <a:spcPts val="0"/>
              </a:spcBef>
              <a:spcAft>
                <a:spcPts val="0"/>
              </a:spcAft>
              <a:buClr>
                <a:schemeClr val="dk2"/>
              </a:buClr>
              <a:buSzPts val="2800"/>
              <a:buNone/>
              <a:defRPr>
                <a:solidFill>
                  <a:schemeClr val="dk2"/>
                </a:solidFill>
                <a:latin typeface="Work Sans"/>
                <a:ea typeface="Work Sans"/>
                <a:cs typeface="Work Sans"/>
                <a:sym typeface="Work Sans"/>
              </a:defRPr>
            </a:lvl5pPr>
            <a:lvl6pPr lvl="5">
              <a:spcBef>
                <a:spcPts val="0"/>
              </a:spcBef>
              <a:spcAft>
                <a:spcPts val="0"/>
              </a:spcAft>
              <a:buClr>
                <a:schemeClr val="dk2"/>
              </a:buClr>
              <a:buSzPts val="2800"/>
              <a:buNone/>
              <a:defRPr>
                <a:solidFill>
                  <a:schemeClr val="dk2"/>
                </a:solidFill>
                <a:latin typeface="Work Sans"/>
                <a:ea typeface="Work Sans"/>
                <a:cs typeface="Work Sans"/>
                <a:sym typeface="Work Sans"/>
              </a:defRPr>
            </a:lvl6pPr>
            <a:lvl7pPr lvl="6">
              <a:spcBef>
                <a:spcPts val="0"/>
              </a:spcBef>
              <a:spcAft>
                <a:spcPts val="0"/>
              </a:spcAft>
              <a:buClr>
                <a:schemeClr val="dk2"/>
              </a:buClr>
              <a:buSzPts val="2800"/>
              <a:buNone/>
              <a:defRPr>
                <a:solidFill>
                  <a:schemeClr val="dk2"/>
                </a:solidFill>
                <a:latin typeface="Work Sans"/>
                <a:ea typeface="Work Sans"/>
                <a:cs typeface="Work Sans"/>
                <a:sym typeface="Work Sans"/>
              </a:defRPr>
            </a:lvl7pPr>
            <a:lvl8pPr lvl="7">
              <a:spcBef>
                <a:spcPts val="0"/>
              </a:spcBef>
              <a:spcAft>
                <a:spcPts val="0"/>
              </a:spcAft>
              <a:buClr>
                <a:schemeClr val="dk2"/>
              </a:buClr>
              <a:buSzPts val="2800"/>
              <a:buNone/>
              <a:defRPr>
                <a:solidFill>
                  <a:schemeClr val="dk2"/>
                </a:solidFill>
                <a:latin typeface="Work Sans"/>
                <a:ea typeface="Work Sans"/>
                <a:cs typeface="Work Sans"/>
                <a:sym typeface="Work Sans"/>
              </a:defRPr>
            </a:lvl8pPr>
            <a:lvl9pPr lvl="8">
              <a:spcBef>
                <a:spcPts val="0"/>
              </a:spcBef>
              <a:spcAft>
                <a:spcPts val="0"/>
              </a:spcAft>
              <a:buClr>
                <a:schemeClr val="dk2"/>
              </a:buClr>
              <a:buSzPts val="2800"/>
              <a:buNone/>
              <a:defRPr>
                <a:solidFill>
                  <a:schemeClr val="dk2"/>
                </a:solidFill>
                <a:latin typeface="Work Sans"/>
                <a:ea typeface="Work Sans"/>
                <a:cs typeface="Work Sans"/>
                <a:sym typeface="Work Sans"/>
              </a:defRPr>
            </a:lvl9pPr>
          </a:lstStyle>
          <a:p/>
        </p:txBody>
      </p:sp>
      <p:sp>
        <p:nvSpPr>
          <p:cNvPr id="229" name="Google Shape;229;p38"/>
          <p:cNvSpPr txBox="1"/>
          <p:nvPr>
            <p:ph idx="2" type="title"/>
          </p:nvPr>
        </p:nvSpPr>
        <p:spPr>
          <a:xfrm>
            <a:off x="783675" y="1937719"/>
            <a:ext cx="7837500" cy="998100"/>
          </a:xfrm>
          <a:prstGeom prst="rect">
            <a:avLst/>
          </a:prstGeom>
        </p:spPr>
        <p:txBody>
          <a:bodyPr anchorCtr="0" anchor="t" bIns="0" lIns="0" spcFirstLastPara="1" rIns="0" wrap="square" tIns="0">
            <a:noAutofit/>
          </a:bodyPr>
          <a:lstStyle>
            <a:lvl1pPr lvl="0">
              <a:spcBef>
                <a:spcPts val="0"/>
              </a:spcBef>
              <a:spcAft>
                <a:spcPts val="0"/>
              </a:spcAft>
              <a:buSzPts val="7400"/>
              <a:buNone/>
              <a:defRPr sz="7400"/>
            </a:lvl1pPr>
            <a:lvl2pPr lvl="1">
              <a:spcBef>
                <a:spcPts val="0"/>
              </a:spcBef>
              <a:spcAft>
                <a:spcPts val="0"/>
              </a:spcAft>
              <a:buSzPts val="2800"/>
              <a:buNone/>
              <a:defRPr>
                <a:latin typeface="Work Sans"/>
                <a:ea typeface="Work Sans"/>
                <a:cs typeface="Work Sans"/>
                <a:sym typeface="Work Sans"/>
              </a:defRPr>
            </a:lvl2pPr>
            <a:lvl3pPr lvl="2">
              <a:spcBef>
                <a:spcPts val="0"/>
              </a:spcBef>
              <a:spcAft>
                <a:spcPts val="0"/>
              </a:spcAft>
              <a:buSzPts val="2800"/>
              <a:buNone/>
              <a:defRPr>
                <a:latin typeface="Work Sans"/>
                <a:ea typeface="Work Sans"/>
                <a:cs typeface="Work Sans"/>
                <a:sym typeface="Work Sans"/>
              </a:defRPr>
            </a:lvl3pPr>
            <a:lvl4pPr lvl="3">
              <a:spcBef>
                <a:spcPts val="0"/>
              </a:spcBef>
              <a:spcAft>
                <a:spcPts val="0"/>
              </a:spcAft>
              <a:buSzPts val="2800"/>
              <a:buNone/>
              <a:defRPr>
                <a:latin typeface="Work Sans"/>
                <a:ea typeface="Work Sans"/>
                <a:cs typeface="Work Sans"/>
                <a:sym typeface="Work Sans"/>
              </a:defRPr>
            </a:lvl4pPr>
            <a:lvl5pPr lvl="4">
              <a:spcBef>
                <a:spcPts val="0"/>
              </a:spcBef>
              <a:spcAft>
                <a:spcPts val="0"/>
              </a:spcAft>
              <a:buSzPts val="2800"/>
              <a:buNone/>
              <a:defRPr>
                <a:latin typeface="Work Sans"/>
                <a:ea typeface="Work Sans"/>
                <a:cs typeface="Work Sans"/>
                <a:sym typeface="Work Sans"/>
              </a:defRPr>
            </a:lvl5pPr>
            <a:lvl6pPr lvl="5">
              <a:spcBef>
                <a:spcPts val="0"/>
              </a:spcBef>
              <a:spcAft>
                <a:spcPts val="0"/>
              </a:spcAft>
              <a:buSzPts val="2800"/>
              <a:buNone/>
              <a:defRPr>
                <a:latin typeface="Work Sans"/>
                <a:ea typeface="Work Sans"/>
                <a:cs typeface="Work Sans"/>
                <a:sym typeface="Work Sans"/>
              </a:defRPr>
            </a:lvl6pPr>
            <a:lvl7pPr lvl="6">
              <a:spcBef>
                <a:spcPts val="0"/>
              </a:spcBef>
              <a:spcAft>
                <a:spcPts val="0"/>
              </a:spcAft>
              <a:buSzPts val="2800"/>
              <a:buNone/>
              <a:defRPr>
                <a:latin typeface="Work Sans"/>
                <a:ea typeface="Work Sans"/>
                <a:cs typeface="Work Sans"/>
                <a:sym typeface="Work Sans"/>
              </a:defRPr>
            </a:lvl7pPr>
            <a:lvl8pPr lvl="7">
              <a:spcBef>
                <a:spcPts val="0"/>
              </a:spcBef>
              <a:spcAft>
                <a:spcPts val="0"/>
              </a:spcAft>
              <a:buSzPts val="2800"/>
              <a:buNone/>
              <a:defRPr>
                <a:latin typeface="Work Sans"/>
                <a:ea typeface="Work Sans"/>
                <a:cs typeface="Work Sans"/>
                <a:sym typeface="Work Sans"/>
              </a:defRPr>
            </a:lvl8pPr>
            <a:lvl9pPr lvl="8">
              <a:spcBef>
                <a:spcPts val="0"/>
              </a:spcBef>
              <a:spcAft>
                <a:spcPts val="0"/>
              </a:spcAft>
              <a:buSzPts val="2800"/>
              <a:buNone/>
              <a:defRPr>
                <a:latin typeface="Work Sans"/>
                <a:ea typeface="Work Sans"/>
                <a:cs typeface="Work Sans"/>
                <a:sym typeface="Work Sans"/>
              </a:defRPr>
            </a:lvl9pPr>
          </a:lstStyle>
          <a:p/>
        </p:txBody>
      </p:sp>
      <p:sp>
        <p:nvSpPr>
          <p:cNvPr id="230" name="Google Shape;230;p38"/>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231" name="Google Shape;231;p38"/>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232" name="Google Shape;232;p38"/>
          <p:cNvSpPr txBox="1"/>
          <p:nvPr>
            <p:ph idx="1"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dk1"/>
              </a:buClr>
              <a:buSzPts val="800"/>
              <a:buChar char="●"/>
              <a:defRPr/>
            </a:lvl1pPr>
            <a:lvl2pPr indent="-279400" lvl="1" marL="914400" algn="ctr">
              <a:spcBef>
                <a:spcPts val="0"/>
              </a:spcBef>
              <a:spcAft>
                <a:spcPts val="0"/>
              </a:spcAft>
              <a:buClr>
                <a:schemeClr val="dk1"/>
              </a:buClr>
              <a:buSzPts val="800"/>
              <a:buChar char="○"/>
              <a:defRPr/>
            </a:lvl2pPr>
            <a:lvl3pPr indent="-279400" lvl="2" marL="1371600" algn="ctr">
              <a:spcBef>
                <a:spcPts val="0"/>
              </a:spcBef>
              <a:spcAft>
                <a:spcPts val="0"/>
              </a:spcAft>
              <a:buClr>
                <a:schemeClr val="dk1"/>
              </a:buClr>
              <a:buSzPts val="800"/>
              <a:buChar char="■"/>
              <a:defRPr/>
            </a:lvl3pPr>
            <a:lvl4pPr indent="-279400" lvl="3" marL="1828800" algn="ctr">
              <a:spcBef>
                <a:spcPts val="0"/>
              </a:spcBef>
              <a:spcAft>
                <a:spcPts val="0"/>
              </a:spcAft>
              <a:buClr>
                <a:schemeClr val="dk1"/>
              </a:buClr>
              <a:buSzPts val="800"/>
              <a:buChar char="●"/>
              <a:defRPr/>
            </a:lvl4pPr>
            <a:lvl5pPr indent="-279400" lvl="4" marL="2286000" algn="ctr">
              <a:spcBef>
                <a:spcPts val="0"/>
              </a:spcBef>
              <a:spcAft>
                <a:spcPts val="0"/>
              </a:spcAft>
              <a:buClr>
                <a:schemeClr val="dk1"/>
              </a:buClr>
              <a:buSzPts val="800"/>
              <a:buChar char="○"/>
              <a:defRPr/>
            </a:lvl5pPr>
            <a:lvl6pPr indent="-279400" lvl="5" marL="2743200" algn="ctr">
              <a:spcBef>
                <a:spcPts val="0"/>
              </a:spcBef>
              <a:spcAft>
                <a:spcPts val="0"/>
              </a:spcAft>
              <a:buClr>
                <a:schemeClr val="dk1"/>
              </a:buClr>
              <a:buSzPts val="800"/>
              <a:buChar char="■"/>
              <a:defRPr/>
            </a:lvl6pPr>
            <a:lvl7pPr indent="-279400" lvl="6" marL="3200400" algn="ctr">
              <a:spcBef>
                <a:spcPts val="0"/>
              </a:spcBef>
              <a:spcAft>
                <a:spcPts val="0"/>
              </a:spcAft>
              <a:buClr>
                <a:schemeClr val="dk1"/>
              </a:buClr>
              <a:buSzPts val="800"/>
              <a:buChar char="●"/>
              <a:defRPr/>
            </a:lvl7pPr>
            <a:lvl8pPr indent="-279400" lvl="7" marL="3657600" algn="ctr">
              <a:spcBef>
                <a:spcPts val="0"/>
              </a:spcBef>
              <a:spcAft>
                <a:spcPts val="0"/>
              </a:spcAft>
              <a:buClr>
                <a:schemeClr val="dk1"/>
              </a:buClr>
              <a:buSzPts val="800"/>
              <a:buChar char="○"/>
              <a:defRPr/>
            </a:lvl8pPr>
            <a:lvl9pPr indent="-279400" lvl="8" marL="4114800" algn="ctr">
              <a:spcBef>
                <a:spcPts val="0"/>
              </a:spcBef>
              <a:spcAft>
                <a:spcPts val="0"/>
              </a:spcAft>
              <a:buClr>
                <a:schemeClr val="dk1"/>
              </a:buClr>
              <a:buSzPts val="800"/>
              <a:buChar char="■"/>
              <a:defRPr/>
            </a:lvl9pPr>
          </a:lstStyle>
          <a:p/>
        </p:txBody>
      </p:sp>
      <p:sp>
        <p:nvSpPr>
          <p:cNvPr id="233" name="Google Shape;233;p38"/>
          <p:cNvSpPr txBox="1"/>
          <p:nvPr>
            <p:ph idx="3"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dk1"/>
              </a:buClr>
              <a:buSzPts val="800"/>
              <a:buChar char="●"/>
              <a:defRPr/>
            </a:lvl1pPr>
            <a:lvl2pPr indent="-279400" lvl="1" marL="914400" algn="ctr">
              <a:spcBef>
                <a:spcPts val="0"/>
              </a:spcBef>
              <a:spcAft>
                <a:spcPts val="0"/>
              </a:spcAft>
              <a:buClr>
                <a:schemeClr val="dk1"/>
              </a:buClr>
              <a:buSzPts val="800"/>
              <a:buChar char="○"/>
              <a:defRPr/>
            </a:lvl2pPr>
            <a:lvl3pPr indent="-279400" lvl="2" marL="1371600" algn="ctr">
              <a:spcBef>
                <a:spcPts val="0"/>
              </a:spcBef>
              <a:spcAft>
                <a:spcPts val="0"/>
              </a:spcAft>
              <a:buClr>
                <a:schemeClr val="dk1"/>
              </a:buClr>
              <a:buSzPts val="800"/>
              <a:buChar char="■"/>
              <a:defRPr/>
            </a:lvl3pPr>
            <a:lvl4pPr indent="-279400" lvl="3" marL="1828800" algn="ctr">
              <a:spcBef>
                <a:spcPts val="0"/>
              </a:spcBef>
              <a:spcAft>
                <a:spcPts val="0"/>
              </a:spcAft>
              <a:buClr>
                <a:schemeClr val="dk1"/>
              </a:buClr>
              <a:buSzPts val="800"/>
              <a:buChar char="●"/>
              <a:defRPr/>
            </a:lvl4pPr>
            <a:lvl5pPr indent="-279400" lvl="4" marL="2286000" algn="ctr">
              <a:spcBef>
                <a:spcPts val="0"/>
              </a:spcBef>
              <a:spcAft>
                <a:spcPts val="0"/>
              </a:spcAft>
              <a:buClr>
                <a:schemeClr val="dk1"/>
              </a:buClr>
              <a:buSzPts val="800"/>
              <a:buChar char="○"/>
              <a:defRPr/>
            </a:lvl5pPr>
            <a:lvl6pPr indent="-279400" lvl="5" marL="2743200" algn="ctr">
              <a:spcBef>
                <a:spcPts val="0"/>
              </a:spcBef>
              <a:spcAft>
                <a:spcPts val="0"/>
              </a:spcAft>
              <a:buClr>
                <a:schemeClr val="dk1"/>
              </a:buClr>
              <a:buSzPts val="800"/>
              <a:buChar char="■"/>
              <a:defRPr/>
            </a:lvl6pPr>
            <a:lvl7pPr indent="-279400" lvl="6" marL="3200400" algn="ctr">
              <a:spcBef>
                <a:spcPts val="0"/>
              </a:spcBef>
              <a:spcAft>
                <a:spcPts val="0"/>
              </a:spcAft>
              <a:buClr>
                <a:schemeClr val="dk1"/>
              </a:buClr>
              <a:buSzPts val="800"/>
              <a:buChar char="●"/>
              <a:defRPr/>
            </a:lvl7pPr>
            <a:lvl8pPr indent="-279400" lvl="7" marL="3657600" algn="ctr">
              <a:spcBef>
                <a:spcPts val="0"/>
              </a:spcBef>
              <a:spcAft>
                <a:spcPts val="0"/>
              </a:spcAft>
              <a:buClr>
                <a:schemeClr val="dk1"/>
              </a:buClr>
              <a:buSzPts val="800"/>
              <a:buChar char="○"/>
              <a:defRPr/>
            </a:lvl8pPr>
            <a:lvl9pPr indent="-279400" lvl="8" marL="4114800" algn="ctr">
              <a:spcBef>
                <a:spcPts val="0"/>
              </a:spcBef>
              <a:spcAft>
                <a:spcPts val="0"/>
              </a:spcAft>
              <a:buClr>
                <a:schemeClr val="dk1"/>
              </a:buClr>
              <a:buSzPts val="800"/>
              <a:buChar char="■"/>
              <a:defRPr/>
            </a:lvl9pPr>
          </a:lstStyle>
          <a:p/>
        </p:txBody>
      </p:sp>
      <p:sp>
        <p:nvSpPr>
          <p:cNvPr id="234" name="Google Shape;234;p38"/>
          <p:cNvSpPr txBox="1"/>
          <p:nvPr>
            <p:ph idx="4"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dk1"/>
              </a:buClr>
              <a:buSzPts val="800"/>
              <a:buChar char="●"/>
              <a:defRPr/>
            </a:lvl1pPr>
            <a:lvl2pPr indent="-279400" lvl="1" marL="914400" algn="r">
              <a:spcBef>
                <a:spcPts val="0"/>
              </a:spcBef>
              <a:spcAft>
                <a:spcPts val="0"/>
              </a:spcAft>
              <a:buClr>
                <a:schemeClr val="dk1"/>
              </a:buClr>
              <a:buSzPts val="800"/>
              <a:buChar char="○"/>
              <a:defRPr/>
            </a:lvl2pPr>
            <a:lvl3pPr indent="-279400" lvl="2" marL="1371600" algn="r">
              <a:spcBef>
                <a:spcPts val="0"/>
              </a:spcBef>
              <a:spcAft>
                <a:spcPts val="0"/>
              </a:spcAft>
              <a:buClr>
                <a:schemeClr val="dk1"/>
              </a:buClr>
              <a:buSzPts val="800"/>
              <a:buChar char="■"/>
              <a:defRPr/>
            </a:lvl3pPr>
            <a:lvl4pPr indent="-279400" lvl="3" marL="1828800" algn="r">
              <a:spcBef>
                <a:spcPts val="0"/>
              </a:spcBef>
              <a:spcAft>
                <a:spcPts val="0"/>
              </a:spcAft>
              <a:buClr>
                <a:schemeClr val="dk1"/>
              </a:buClr>
              <a:buSzPts val="800"/>
              <a:buChar char="●"/>
              <a:defRPr/>
            </a:lvl4pPr>
            <a:lvl5pPr indent="-279400" lvl="4" marL="2286000" algn="r">
              <a:spcBef>
                <a:spcPts val="0"/>
              </a:spcBef>
              <a:spcAft>
                <a:spcPts val="0"/>
              </a:spcAft>
              <a:buClr>
                <a:schemeClr val="dk1"/>
              </a:buClr>
              <a:buSzPts val="800"/>
              <a:buChar char="○"/>
              <a:defRPr/>
            </a:lvl5pPr>
            <a:lvl6pPr indent="-279400" lvl="5" marL="2743200" algn="r">
              <a:spcBef>
                <a:spcPts val="0"/>
              </a:spcBef>
              <a:spcAft>
                <a:spcPts val="0"/>
              </a:spcAft>
              <a:buClr>
                <a:schemeClr val="dk1"/>
              </a:buClr>
              <a:buSzPts val="800"/>
              <a:buChar char="■"/>
              <a:defRPr/>
            </a:lvl6pPr>
            <a:lvl7pPr indent="-279400" lvl="6" marL="3200400" algn="r">
              <a:spcBef>
                <a:spcPts val="0"/>
              </a:spcBef>
              <a:spcAft>
                <a:spcPts val="0"/>
              </a:spcAft>
              <a:buClr>
                <a:schemeClr val="dk1"/>
              </a:buClr>
              <a:buSzPts val="800"/>
              <a:buChar char="●"/>
              <a:defRPr/>
            </a:lvl7pPr>
            <a:lvl8pPr indent="-279400" lvl="7" marL="3657600" algn="r">
              <a:spcBef>
                <a:spcPts val="0"/>
              </a:spcBef>
              <a:spcAft>
                <a:spcPts val="0"/>
              </a:spcAft>
              <a:buClr>
                <a:schemeClr val="dk1"/>
              </a:buClr>
              <a:buSzPts val="800"/>
              <a:buChar char="○"/>
              <a:defRPr/>
            </a:lvl8pPr>
            <a:lvl9pPr indent="-279400" lvl="8" marL="4114800" algn="r">
              <a:spcBef>
                <a:spcPts val="0"/>
              </a:spcBef>
              <a:spcAft>
                <a:spcPts val="0"/>
              </a:spcAft>
              <a:buClr>
                <a:schemeClr val="dk1"/>
              </a:buClr>
              <a:buSzPts val="800"/>
              <a:buChar char="■"/>
              <a:defRPr/>
            </a:lvl9pPr>
          </a:lstStyle>
          <a:p/>
        </p:txBody>
      </p:sp>
      <p:sp>
        <p:nvSpPr>
          <p:cNvPr id="235" name="Google Shape;235;p38"/>
          <p:cNvSpPr/>
          <p:nvPr>
            <p:ph idx="5" type="pic"/>
          </p:nvPr>
        </p:nvSpPr>
        <p:spPr>
          <a:xfrm>
            <a:off x="8169375" y="3803400"/>
            <a:ext cx="713400" cy="7128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mage" type="titleOnly">
  <p:cSld name="TITLE_ONLY">
    <p:spTree>
      <p:nvGrpSpPr>
        <p:cNvPr id="236" name="Shape 236"/>
        <p:cNvGrpSpPr/>
        <p:nvPr/>
      </p:nvGrpSpPr>
      <p:grpSpPr>
        <a:xfrm>
          <a:off x="0" y="0"/>
          <a:ext cx="0" cy="0"/>
          <a:chOff x="0" y="0"/>
          <a:chExt cx="0" cy="0"/>
        </a:xfrm>
      </p:grpSpPr>
      <p:sp>
        <p:nvSpPr>
          <p:cNvPr id="237" name="Google Shape;237;p39"/>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9"/>
          <p:cNvSpPr txBox="1"/>
          <p:nvPr>
            <p:ph type="title"/>
          </p:nvPr>
        </p:nvSpPr>
        <p:spPr>
          <a:xfrm>
            <a:off x="438912" y="612648"/>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239" name="Google Shape;239;p39"/>
          <p:cNvSpPr txBox="1"/>
          <p:nvPr>
            <p:ph idx="1"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240" name="Google Shape;240;p39"/>
          <p:cNvSpPr txBox="1"/>
          <p:nvPr>
            <p:ph idx="12" type="sldNum"/>
          </p:nvPr>
        </p:nvSpPr>
        <p:spPr>
          <a:xfrm>
            <a:off x="226300" y="4886025"/>
            <a:ext cx="456600" cy="1692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cxnSp>
        <p:nvCxnSpPr>
          <p:cNvPr id="241" name="Google Shape;241;p39"/>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242" name="Google Shape;242;p39"/>
          <p:cNvSpPr txBox="1"/>
          <p:nvPr>
            <p:ph idx="2"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43" name="Google Shape;243;p39"/>
          <p:cNvSpPr txBox="1"/>
          <p:nvPr>
            <p:ph idx="3"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44" name="Google Shape;244;p39"/>
          <p:cNvSpPr txBox="1"/>
          <p:nvPr>
            <p:ph idx="4"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sp>
        <p:nvSpPr>
          <p:cNvPr id="245" name="Google Shape;245;p39"/>
          <p:cNvSpPr txBox="1"/>
          <p:nvPr>
            <p:ph idx="5" type="body"/>
          </p:nvPr>
        </p:nvSpPr>
        <p:spPr>
          <a:xfrm>
            <a:off x="449575" y="3121200"/>
            <a:ext cx="22665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246" name="Google Shape;246;p39"/>
          <p:cNvSpPr/>
          <p:nvPr>
            <p:ph idx="6" type="pic"/>
          </p:nvPr>
        </p:nvSpPr>
        <p:spPr>
          <a:xfrm>
            <a:off x="3191025" y="237725"/>
            <a:ext cx="5687100" cy="4041000"/>
          </a:xfrm>
          <a:prstGeom prst="rect">
            <a:avLst/>
          </a:prstGeom>
          <a:noFill/>
          <a:ln>
            <a:noFill/>
          </a:ln>
        </p:spPr>
      </p:sp>
      <p:sp>
        <p:nvSpPr>
          <p:cNvPr id="247" name="Google Shape;247;p39"/>
          <p:cNvSpPr txBox="1"/>
          <p:nvPr>
            <p:ph idx="7" type="body"/>
          </p:nvPr>
        </p:nvSpPr>
        <p:spPr>
          <a:xfrm>
            <a:off x="3191400" y="4417843"/>
            <a:ext cx="56871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 Palette">
  <p:cSld name="ONE_COLUMN_TEXT">
    <p:spTree>
      <p:nvGrpSpPr>
        <p:cNvPr id="248" name="Shape 248"/>
        <p:cNvGrpSpPr/>
        <p:nvPr/>
      </p:nvGrpSpPr>
      <p:grpSpPr>
        <a:xfrm>
          <a:off x="0" y="0"/>
          <a:ext cx="0" cy="0"/>
          <a:chOff x="0" y="0"/>
          <a:chExt cx="0" cy="0"/>
        </a:xfrm>
      </p:grpSpPr>
      <p:sp>
        <p:nvSpPr>
          <p:cNvPr id="249" name="Google Shape;249;p40"/>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50" name="Google Shape;250;p40"/>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0"/>
          <p:cNvSpPr txBox="1"/>
          <p:nvPr>
            <p:ph idx="1"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252" name="Google Shape;252;p40"/>
          <p:cNvSpPr txBox="1"/>
          <p:nvPr>
            <p:ph idx="2" type="body"/>
          </p:nvPr>
        </p:nvSpPr>
        <p:spPr>
          <a:xfrm>
            <a:off x="449575" y="3121200"/>
            <a:ext cx="22665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253" name="Google Shape;253;p40"/>
          <p:cNvSpPr txBox="1"/>
          <p:nvPr>
            <p:ph idx="3" type="body"/>
          </p:nvPr>
        </p:nvSpPr>
        <p:spPr>
          <a:xfrm>
            <a:off x="3280618" y="4269035"/>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54" name="Google Shape;254;p40"/>
          <p:cNvSpPr txBox="1"/>
          <p:nvPr>
            <p:ph idx="4" type="body"/>
          </p:nvPr>
        </p:nvSpPr>
        <p:spPr>
          <a:xfrm>
            <a:off x="6138193" y="4269035"/>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55" name="Google Shape;255;p40"/>
          <p:cNvSpPr txBox="1"/>
          <p:nvPr>
            <p:ph idx="5" type="body"/>
          </p:nvPr>
        </p:nvSpPr>
        <p:spPr>
          <a:xfrm>
            <a:off x="3280618" y="3197500"/>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56" name="Google Shape;256;p40"/>
          <p:cNvSpPr txBox="1"/>
          <p:nvPr>
            <p:ph idx="6" type="body"/>
          </p:nvPr>
        </p:nvSpPr>
        <p:spPr>
          <a:xfrm>
            <a:off x="6138193" y="3197500"/>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57" name="Google Shape;257;p40"/>
          <p:cNvSpPr txBox="1"/>
          <p:nvPr>
            <p:ph idx="7" type="body"/>
          </p:nvPr>
        </p:nvSpPr>
        <p:spPr>
          <a:xfrm>
            <a:off x="3280618" y="2129750"/>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58" name="Google Shape;258;p40"/>
          <p:cNvSpPr txBox="1"/>
          <p:nvPr>
            <p:ph idx="8" type="body"/>
          </p:nvPr>
        </p:nvSpPr>
        <p:spPr>
          <a:xfrm>
            <a:off x="6138193" y="2129750"/>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59" name="Google Shape;259;p40"/>
          <p:cNvSpPr txBox="1"/>
          <p:nvPr>
            <p:ph idx="9" type="body"/>
          </p:nvPr>
        </p:nvSpPr>
        <p:spPr>
          <a:xfrm>
            <a:off x="3280618" y="1062000"/>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60" name="Google Shape;260;p40"/>
          <p:cNvSpPr txBox="1"/>
          <p:nvPr>
            <p:ph idx="13" type="body"/>
          </p:nvPr>
        </p:nvSpPr>
        <p:spPr>
          <a:xfrm>
            <a:off x="6138193" y="1062000"/>
            <a:ext cx="2691900" cy="1692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1pPr>
            <a:lvl2pPr indent="-298450" lvl="1" marL="914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2pPr>
            <a:lvl3pPr indent="-298450" lvl="2" marL="1371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3pPr>
            <a:lvl4pPr indent="-298450" lvl="3" marL="1828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4pPr>
            <a:lvl5pPr indent="-298450" lvl="4" marL="22860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5pPr>
            <a:lvl6pPr indent="-298450" lvl="5" marL="27432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6pPr>
            <a:lvl7pPr indent="-298450" lvl="6" marL="32004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7pPr>
            <a:lvl8pPr indent="-298450" lvl="7" marL="36576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8pPr>
            <a:lvl9pPr indent="-298450" lvl="8" marL="4114800">
              <a:spcBef>
                <a:spcPts val="0"/>
              </a:spcBef>
              <a:spcAft>
                <a:spcPts val="0"/>
              </a:spcAft>
              <a:buClr>
                <a:schemeClr val="lt1"/>
              </a:buClr>
              <a:buSzPts val="1100"/>
              <a:buFont typeface="Work Sans Black"/>
              <a:buChar char="■"/>
              <a:defRPr sz="1100">
                <a:solidFill>
                  <a:schemeClr val="lt1"/>
                </a:solidFill>
                <a:latin typeface="Work Sans Black"/>
                <a:ea typeface="Work Sans Black"/>
                <a:cs typeface="Work Sans Black"/>
                <a:sym typeface="Work Sans Black"/>
              </a:defRPr>
            </a:lvl9pPr>
          </a:lstStyle>
          <a:p/>
        </p:txBody>
      </p:sp>
      <p:sp>
        <p:nvSpPr>
          <p:cNvPr id="261" name="Google Shape;261;p40"/>
          <p:cNvSpPr txBox="1"/>
          <p:nvPr>
            <p:ph type="title"/>
          </p:nvPr>
        </p:nvSpPr>
        <p:spPr>
          <a:xfrm>
            <a:off x="438912" y="612648"/>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262" name="Google Shape;262;p40"/>
          <p:cNvSpPr txBox="1"/>
          <p:nvPr>
            <p:ph idx="14"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63" name="Google Shape;263;p40"/>
          <p:cNvSpPr txBox="1"/>
          <p:nvPr>
            <p:ph idx="15"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64" name="Google Shape;264;p40"/>
          <p:cNvSpPr txBox="1"/>
          <p:nvPr>
            <p:ph idx="16"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265" name="Google Shape;265;p40"/>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Analysis">
  <p:cSld name="MAIN_POINT">
    <p:spTree>
      <p:nvGrpSpPr>
        <p:cNvPr id="266" name="Shape 266"/>
        <p:cNvGrpSpPr/>
        <p:nvPr/>
      </p:nvGrpSpPr>
      <p:grpSpPr>
        <a:xfrm>
          <a:off x="0" y="0"/>
          <a:ext cx="0" cy="0"/>
          <a:chOff x="0" y="0"/>
          <a:chExt cx="0" cy="0"/>
        </a:xfrm>
      </p:grpSpPr>
      <p:sp>
        <p:nvSpPr>
          <p:cNvPr id="267" name="Google Shape;267;p41"/>
          <p:cNvSpPr txBox="1"/>
          <p:nvPr>
            <p:ph idx="1" type="body"/>
          </p:nvPr>
        </p:nvSpPr>
        <p:spPr>
          <a:xfrm rot="-5400000">
            <a:off x="2880627" y="2439527"/>
            <a:ext cx="16713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268" name="Google Shape;268;p41"/>
          <p:cNvSpPr txBox="1"/>
          <p:nvPr>
            <p:ph idx="2" type="body"/>
          </p:nvPr>
        </p:nvSpPr>
        <p:spPr>
          <a:xfrm>
            <a:off x="7799175" y="3062475"/>
            <a:ext cx="1083600" cy="1230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269" name="Google Shape;269;p41"/>
          <p:cNvSpPr/>
          <p:nvPr>
            <p:ph idx="3" type="pic"/>
          </p:nvPr>
        </p:nvSpPr>
        <p:spPr>
          <a:xfrm>
            <a:off x="3932100" y="1663275"/>
            <a:ext cx="3492600" cy="1665000"/>
          </a:xfrm>
          <a:prstGeom prst="rect">
            <a:avLst/>
          </a:prstGeom>
          <a:noFill/>
          <a:ln cap="flat" cmpd="sng" w="9525">
            <a:solidFill>
              <a:schemeClr val="accent6"/>
            </a:solidFill>
            <a:prstDash val="solid"/>
            <a:round/>
            <a:headEnd len="sm" w="sm" type="none"/>
            <a:tailEnd len="sm" w="sm" type="none"/>
          </a:ln>
        </p:spPr>
      </p:sp>
      <p:sp>
        <p:nvSpPr>
          <p:cNvPr id="270" name="Google Shape;270;p41"/>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71" name="Google Shape;271;p41"/>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1"/>
          <p:cNvSpPr txBox="1"/>
          <p:nvPr>
            <p:ph idx="4"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273" name="Google Shape;273;p41"/>
          <p:cNvSpPr txBox="1"/>
          <p:nvPr>
            <p:ph idx="5" type="body"/>
          </p:nvPr>
        </p:nvSpPr>
        <p:spPr>
          <a:xfrm>
            <a:off x="7799263" y="2288525"/>
            <a:ext cx="1083600" cy="1230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lgn="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274" name="Google Shape;274;p41"/>
          <p:cNvSpPr txBox="1"/>
          <p:nvPr>
            <p:ph type="title"/>
          </p:nvPr>
        </p:nvSpPr>
        <p:spPr>
          <a:xfrm>
            <a:off x="438912" y="612648"/>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275" name="Google Shape;275;p41"/>
          <p:cNvSpPr txBox="1"/>
          <p:nvPr>
            <p:ph idx="6"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76" name="Google Shape;276;p41"/>
          <p:cNvSpPr txBox="1"/>
          <p:nvPr>
            <p:ph idx="7"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77" name="Google Shape;277;p41"/>
          <p:cNvSpPr txBox="1"/>
          <p:nvPr>
            <p:ph idx="8"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sp>
        <p:nvSpPr>
          <p:cNvPr id="278" name="Google Shape;278;p41"/>
          <p:cNvSpPr txBox="1"/>
          <p:nvPr>
            <p:ph idx="9" type="body"/>
          </p:nvPr>
        </p:nvSpPr>
        <p:spPr>
          <a:xfrm>
            <a:off x="449575" y="3121200"/>
            <a:ext cx="22665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cxnSp>
        <p:nvCxnSpPr>
          <p:cNvPr id="279" name="Google Shape;279;p41"/>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280" name="Google Shape;280;p41"/>
          <p:cNvSpPr txBox="1"/>
          <p:nvPr>
            <p:ph idx="13" type="body"/>
          </p:nvPr>
        </p:nvSpPr>
        <p:spPr>
          <a:xfrm>
            <a:off x="4600975" y="3469432"/>
            <a:ext cx="22263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lgn="ctr">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 Use">
  <p:cSld name="SECTION_TITLE_AND_DESCRIPTION">
    <p:spTree>
      <p:nvGrpSpPr>
        <p:cNvPr id="281" name="Shape 281"/>
        <p:cNvGrpSpPr/>
        <p:nvPr/>
      </p:nvGrpSpPr>
      <p:grpSpPr>
        <a:xfrm>
          <a:off x="0" y="0"/>
          <a:ext cx="0" cy="0"/>
          <a:chOff x="0" y="0"/>
          <a:chExt cx="0" cy="0"/>
        </a:xfrm>
      </p:grpSpPr>
      <p:sp>
        <p:nvSpPr>
          <p:cNvPr id="282" name="Google Shape;282;p42"/>
          <p:cNvSpPr/>
          <p:nvPr>
            <p:ph idx="2" type="pic"/>
          </p:nvPr>
        </p:nvSpPr>
        <p:spPr>
          <a:xfrm>
            <a:off x="6044400" y="2376600"/>
            <a:ext cx="2838300" cy="2138400"/>
          </a:xfrm>
          <a:prstGeom prst="rect">
            <a:avLst/>
          </a:prstGeom>
          <a:noFill/>
          <a:ln>
            <a:noFill/>
          </a:ln>
        </p:spPr>
      </p:sp>
      <p:sp>
        <p:nvSpPr>
          <p:cNvPr id="283" name="Google Shape;283;p42"/>
          <p:cNvSpPr/>
          <p:nvPr>
            <p:ph idx="3" type="pic"/>
          </p:nvPr>
        </p:nvSpPr>
        <p:spPr>
          <a:xfrm>
            <a:off x="6044400" y="237000"/>
            <a:ext cx="2838300" cy="2138400"/>
          </a:xfrm>
          <a:prstGeom prst="rect">
            <a:avLst/>
          </a:prstGeom>
          <a:noFill/>
          <a:ln>
            <a:noFill/>
          </a:ln>
        </p:spPr>
      </p:sp>
      <p:sp>
        <p:nvSpPr>
          <p:cNvPr id="284" name="Google Shape;284;p42"/>
          <p:cNvSpPr/>
          <p:nvPr>
            <p:ph idx="4" type="pic"/>
          </p:nvPr>
        </p:nvSpPr>
        <p:spPr>
          <a:xfrm>
            <a:off x="3191400" y="2377325"/>
            <a:ext cx="2853000" cy="2138400"/>
          </a:xfrm>
          <a:prstGeom prst="rect">
            <a:avLst/>
          </a:prstGeom>
          <a:noFill/>
          <a:ln>
            <a:noFill/>
          </a:ln>
        </p:spPr>
      </p:sp>
      <p:sp>
        <p:nvSpPr>
          <p:cNvPr id="285" name="Google Shape;285;p42"/>
          <p:cNvSpPr/>
          <p:nvPr>
            <p:ph idx="5" type="pic"/>
          </p:nvPr>
        </p:nvSpPr>
        <p:spPr>
          <a:xfrm>
            <a:off x="3191400" y="237725"/>
            <a:ext cx="2853000" cy="2138400"/>
          </a:xfrm>
          <a:prstGeom prst="rect">
            <a:avLst/>
          </a:prstGeom>
          <a:noFill/>
          <a:ln>
            <a:noFill/>
          </a:ln>
        </p:spPr>
      </p:sp>
      <p:sp>
        <p:nvSpPr>
          <p:cNvPr id="286" name="Google Shape;286;p42"/>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87" name="Google Shape;287;p42"/>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2"/>
          <p:cNvSpPr txBox="1"/>
          <p:nvPr>
            <p:ph idx="1"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289" name="Google Shape;289;p42"/>
          <p:cNvSpPr txBox="1"/>
          <p:nvPr>
            <p:ph idx="6" type="body"/>
          </p:nvPr>
        </p:nvSpPr>
        <p:spPr>
          <a:xfrm>
            <a:off x="449575" y="3121200"/>
            <a:ext cx="22665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290" name="Google Shape;290;p42"/>
          <p:cNvSpPr/>
          <p:nvPr>
            <p:ph idx="7" type="pic"/>
          </p:nvPr>
        </p:nvSpPr>
        <p:spPr>
          <a:xfrm>
            <a:off x="3787750" y="712275"/>
            <a:ext cx="1625100" cy="1186500"/>
          </a:xfrm>
          <a:prstGeom prst="rect">
            <a:avLst/>
          </a:prstGeom>
          <a:noFill/>
          <a:ln>
            <a:noFill/>
          </a:ln>
        </p:spPr>
      </p:sp>
      <p:sp>
        <p:nvSpPr>
          <p:cNvPr id="291" name="Google Shape;291;p42"/>
          <p:cNvSpPr/>
          <p:nvPr>
            <p:ph idx="8" type="pic"/>
          </p:nvPr>
        </p:nvSpPr>
        <p:spPr>
          <a:xfrm>
            <a:off x="3787750" y="2851125"/>
            <a:ext cx="1625100" cy="1186800"/>
          </a:xfrm>
          <a:prstGeom prst="rect">
            <a:avLst/>
          </a:prstGeom>
          <a:noFill/>
          <a:ln>
            <a:noFill/>
          </a:ln>
        </p:spPr>
      </p:sp>
      <p:sp>
        <p:nvSpPr>
          <p:cNvPr id="292" name="Google Shape;292;p42"/>
          <p:cNvSpPr/>
          <p:nvPr>
            <p:ph idx="9" type="pic"/>
          </p:nvPr>
        </p:nvSpPr>
        <p:spPr>
          <a:xfrm>
            <a:off x="6660975" y="715975"/>
            <a:ext cx="1625100" cy="1186500"/>
          </a:xfrm>
          <a:prstGeom prst="rect">
            <a:avLst/>
          </a:prstGeom>
          <a:noFill/>
          <a:ln>
            <a:noFill/>
          </a:ln>
        </p:spPr>
      </p:sp>
      <p:sp>
        <p:nvSpPr>
          <p:cNvPr id="293" name="Google Shape;293;p42"/>
          <p:cNvSpPr/>
          <p:nvPr>
            <p:ph idx="13" type="pic"/>
          </p:nvPr>
        </p:nvSpPr>
        <p:spPr>
          <a:xfrm>
            <a:off x="6660681" y="2853125"/>
            <a:ext cx="1625700" cy="1186800"/>
          </a:xfrm>
          <a:prstGeom prst="rect">
            <a:avLst/>
          </a:prstGeom>
          <a:noFill/>
          <a:ln>
            <a:noFill/>
          </a:ln>
        </p:spPr>
      </p:sp>
      <p:sp>
        <p:nvSpPr>
          <p:cNvPr id="294" name="Google Shape;294;p42"/>
          <p:cNvSpPr txBox="1"/>
          <p:nvPr>
            <p:ph type="title"/>
          </p:nvPr>
        </p:nvSpPr>
        <p:spPr>
          <a:xfrm>
            <a:off x="438912" y="612648"/>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295" name="Google Shape;295;p42"/>
          <p:cNvSpPr txBox="1"/>
          <p:nvPr>
            <p:ph idx="14"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96" name="Google Shape;296;p42"/>
          <p:cNvSpPr txBox="1"/>
          <p:nvPr>
            <p:ph idx="15"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297" name="Google Shape;297;p42"/>
          <p:cNvSpPr txBox="1"/>
          <p:nvPr>
            <p:ph idx="16"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298" name="Google Shape;298;p42"/>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and Don'ts 1">
  <p:cSld name="CAPTION_ONLY">
    <p:spTree>
      <p:nvGrpSpPr>
        <p:cNvPr id="299" name="Shape 299"/>
        <p:cNvGrpSpPr/>
        <p:nvPr/>
      </p:nvGrpSpPr>
      <p:grpSpPr>
        <a:xfrm>
          <a:off x="0" y="0"/>
          <a:ext cx="0" cy="0"/>
          <a:chOff x="0" y="0"/>
          <a:chExt cx="0" cy="0"/>
        </a:xfrm>
      </p:grpSpPr>
      <p:sp>
        <p:nvSpPr>
          <p:cNvPr id="300" name="Google Shape;300;p43"/>
          <p:cNvSpPr/>
          <p:nvPr>
            <p:ph idx="2" type="pic"/>
          </p:nvPr>
        </p:nvSpPr>
        <p:spPr>
          <a:xfrm>
            <a:off x="6149225" y="2379324"/>
            <a:ext cx="2728200" cy="1665000"/>
          </a:xfrm>
          <a:prstGeom prst="rect">
            <a:avLst/>
          </a:prstGeom>
          <a:noFill/>
          <a:ln cap="flat" cmpd="sng" w="9525">
            <a:solidFill>
              <a:schemeClr val="accent6"/>
            </a:solidFill>
            <a:prstDash val="solid"/>
            <a:round/>
            <a:headEnd len="sm" w="sm" type="none"/>
            <a:tailEnd len="sm" w="sm" type="none"/>
          </a:ln>
        </p:spPr>
      </p:sp>
      <p:sp>
        <p:nvSpPr>
          <p:cNvPr id="301" name="Google Shape;301;p43"/>
          <p:cNvSpPr/>
          <p:nvPr>
            <p:ph idx="3" type="pic"/>
          </p:nvPr>
        </p:nvSpPr>
        <p:spPr>
          <a:xfrm>
            <a:off x="3191400" y="2379324"/>
            <a:ext cx="2728200" cy="1665000"/>
          </a:xfrm>
          <a:prstGeom prst="rect">
            <a:avLst/>
          </a:prstGeom>
          <a:noFill/>
          <a:ln cap="flat" cmpd="sng" w="9525">
            <a:solidFill>
              <a:schemeClr val="accent6"/>
            </a:solidFill>
            <a:prstDash val="solid"/>
            <a:round/>
            <a:headEnd len="sm" w="sm" type="none"/>
            <a:tailEnd len="sm" w="sm" type="none"/>
          </a:ln>
        </p:spPr>
      </p:sp>
      <p:sp>
        <p:nvSpPr>
          <p:cNvPr id="302" name="Google Shape;302;p43"/>
          <p:cNvSpPr txBox="1"/>
          <p:nvPr>
            <p:ph idx="1" type="body"/>
          </p:nvPr>
        </p:nvSpPr>
        <p:spPr>
          <a:xfrm>
            <a:off x="3191400" y="4183574"/>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03" name="Google Shape;303;p43"/>
          <p:cNvSpPr txBox="1"/>
          <p:nvPr>
            <p:ph idx="4" type="body"/>
          </p:nvPr>
        </p:nvSpPr>
        <p:spPr>
          <a:xfrm>
            <a:off x="6149225" y="4183574"/>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04" name="Google Shape;304;p43"/>
          <p:cNvSpPr/>
          <p:nvPr>
            <p:ph idx="5" type="pic"/>
          </p:nvPr>
        </p:nvSpPr>
        <p:spPr>
          <a:xfrm>
            <a:off x="6149225" y="237600"/>
            <a:ext cx="2728200" cy="1665000"/>
          </a:xfrm>
          <a:prstGeom prst="rect">
            <a:avLst/>
          </a:prstGeom>
          <a:noFill/>
          <a:ln cap="flat" cmpd="sng" w="9525">
            <a:solidFill>
              <a:schemeClr val="accent6"/>
            </a:solidFill>
            <a:prstDash val="solid"/>
            <a:round/>
            <a:headEnd len="sm" w="sm" type="none"/>
            <a:tailEnd len="sm" w="sm" type="none"/>
          </a:ln>
        </p:spPr>
      </p:sp>
      <p:sp>
        <p:nvSpPr>
          <p:cNvPr id="305" name="Google Shape;305;p43"/>
          <p:cNvSpPr/>
          <p:nvPr>
            <p:ph idx="6" type="pic"/>
          </p:nvPr>
        </p:nvSpPr>
        <p:spPr>
          <a:xfrm>
            <a:off x="3191400" y="237600"/>
            <a:ext cx="2728200" cy="1665000"/>
          </a:xfrm>
          <a:prstGeom prst="rect">
            <a:avLst/>
          </a:prstGeom>
          <a:noFill/>
          <a:ln cap="flat" cmpd="sng" w="9525">
            <a:solidFill>
              <a:schemeClr val="accent1"/>
            </a:solidFill>
            <a:prstDash val="solid"/>
            <a:round/>
            <a:headEnd len="sm" w="sm" type="none"/>
            <a:tailEnd len="sm" w="sm" type="none"/>
          </a:ln>
        </p:spPr>
      </p:sp>
      <p:sp>
        <p:nvSpPr>
          <p:cNvPr id="306" name="Google Shape;306;p43"/>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3"/>
          <p:cNvSpPr txBox="1"/>
          <p:nvPr>
            <p:ph idx="7"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308" name="Google Shape;308;p43"/>
          <p:cNvSpPr txBox="1"/>
          <p:nvPr>
            <p:ph idx="8" type="body"/>
          </p:nvPr>
        </p:nvSpPr>
        <p:spPr>
          <a:xfrm>
            <a:off x="449575" y="3121200"/>
            <a:ext cx="22677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309" name="Google Shape;309;p43"/>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310" name="Google Shape;310;p43"/>
          <p:cNvSpPr txBox="1"/>
          <p:nvPr>
            <p:ph type="title"/>
          </p:nvPr>
        </p:nvSpPr>
        <p:spPr>
          <a:xfrm>
            <a:off x="438912" y="612648"/>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311" name="Google Shape;311;p43"/>
          <p:cNvSpPr txBox="1"/>
          <p:nvPr>
            <p:ph idx="9"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12" name="Google Shape;312;p43"/>
          <p:cNvSpPr txBox="1"/>
          <p:nvPr>
            <p:ph idx="13"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13" name="Google Shape;313;p43"/>
          <p:cNvSpPr txBox="1"/>
          <p:nvPr>
            <p:ph idx="14"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314" name="Google Shape;314;p43"/>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315" name="Google Shape;315;p43"/>
          <p:cNvSpPr txBox="1"/>
          <p:nvPr>
            <p:ph idx="15" type="body"/>
          </p:nvPr>
        </p:nvSpPr>
        <p:spPr>
          <a:xfrm>
            <a:off x="3191400" y="2041115"/>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16" name="Google Shape;316;p43"/>
          <p:cNvSpPr txBox="1"/>
          <p:nvPr>
            <p:ph idx="16" type="body"/>
          </p:nvPr>
        </p:nvSpPr>
        <p:spPr>
          <a:xfrm>
            <a:off x="6149225" y="2041115"/>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and Don'ts 2">
  <p:cSld name="CAPTION_ONLY_1">
    <p:spTree>
      <p:nvGrpSpPr>
        <p:cNvPr id="317" name="Shape 317"/>
        <p:cNvGrpSpPr/>
        <p:nvPr/>
      </p:nvGrpSpPr>
      <p:grpSpPr>
        <a:xfrm>
          <a:off x="0" y="0"/>
          <a:ext cx="0" cy="0"/>
          <a:chOff x="0" y="0"/>
          <a:chExt cx="0" cy="0"/>
        </a:xfrm>
      </p:grpSpPr>
      <p:sp>
        <p:nvSpPr>
          <p:cNvPr id="318" name="Google Shape;318;p44"/>
          <p:cNvSpPr/>
          <p:nvPr>
            <p:ph idx="2" type="pic"/>
          </p:nvPr>
        </p:nvSpPr>
        <p:spPr>
          <a:xfrm>
            <a:off x="6149225" y="2379324"/>
            <a:ext cx="2728200" cy="1665000"/>
          </a:xfrm>
          <a:prstGeom prst="rect">
            <a:avLst/>
          </a:prstGeom>
          <a:noFill/>
          <a:ln cap="flat" cmpd="sng" w="9525">
            <a:solidFill>
              <a:schemeClr val="accent6"/>
            </a:solidFill>
            <a:prstDash val="solid"/>
            <a:round/>
            <a:headEnd len="sm" w="sm" type="none"/>
            <a:tailEnd len="sm" w="sm" type="none"/>
          </a:ln>
        </p:spPr>
      </p:sp>
      <p:sp>
        <p:nvSpPr>
          <p:cNvPr id="319" name="Google Shape;319;p44"/>
          <p:cNvSpPr/>
          <p:nvPr>
            <p:ph idx="3" type="pic"/>
          </p:nvPr>
        </p:nvSpPr>
        <p:spPr>
          <a:xfrm>
            <a:off x="3191400" y="2379324"/>
            <a:ext cx="2728200" cy="1665000"/>
          </a:xfrm>
          <a:prstGeom prst="rect">
            <a:avLst/>
          </a:prstGeom>
          <a:noFill/>
          <a:ln cap="flat" cmpd="sng" w="9525">
            <a:solidFill>
              <a:schemeClr val="accent6"/>
            </a:solidFill>
            <a:prstDash val="solid"/>
            <a:round/>
            <a:headEnd len="sm" w="sm" type="none"/>
            <a:tailEnd len="sm" w="sm" type="none"/>
          </a:ln>
        </p:spPr>
      </p:sp>
      <p:sp>
        <p:nvSpPr>
          <p:cNvPr id="320" name="Google Shape;320;p44"/>
          <p:cNvSpPr txBox="1"/>
          <p:nvPr>
            <p:ph idx="1" type="body"/>
          </p:nvPr>
        </p:nvSpPr>
        <p:spPr>
          <a:xfrm>
            <a:off x="3191400" y="4183574"/>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21" name="Google Shape;321;p44"/>
          <p:cNvSpPr txBox="1"/>
          <p:nvPr>
            <p:ph idx="4" type="body"/>
          </p:nvPr>
        </p:nvSpPr>
        <p:spPr>
          <a:xfrm>
            <a:off x="6149225" y="4183574"/>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22" name="Google Shape;322;p44"/>
          <p:cNvSpPr/>
          <p:nvPr>
            <p:ph idx="5" type="pic"/>
          </p:nvPr>
        </p:nvSpPr>
        <p:spPr>
          <a:xfrm>
            <a:off x="6149225" y="237600"/>
            <a:ext cx="2728200" cy="1665000"/>
          </a:xfrm>
          <a:prstGeom prst="rect">
            <a:avLst/>
          </a:prstGeom>
          <a:noFill/>
          <a:ln cap="flat" cmpd="sng" w="9525">
            <a:solidFill>
              <a:schemeClr val="accent6"/>
            </a:solidFill>
            <a:prstDash val="solid"/>
            <a:round/>
            <a:headEnd len="sm" w="sm" type="none"/>
            <a:tailEnd len="sm" w="sm" type="none"/>
          </a:ln>
        </p:spPr>
      </p:sp>
      <p:sp>
        <p:nvSpPr>
          <p:cNvPr id="323" name="Google Shape;323;p44"/>
          <p:cNvSpPr/>
          <p:nvPr>
            <p:ph idx="6" type="pic"/>
          </p:nvPr>
        </p:nvSpPr>
        <p:spPr>
          <a:xfrm>
            <a:off x="226300" y="237600"/>
            <a:ext cx="2728200" cy="1665000"/>
          </a:xfrm>
          <a:prstGeom prst="rect">
            <a:avLst/>
          </a:prstGeom>
          <a:noFill/>
          <a:ln cap="flat" cmpd="sng" w="9525">
            <a:solidFill>
              <a:schemeClr val="accent1"/>
            </a:solidFill>
            <a:prstDash val="solid"/>
            <a:round/>
            <a:headEnd len="sm" w="sm" type="none"/>
            <a:tailEnd len="sm" w="sm" type="none"/>
          </a:ln>
        </p:spPr>
      </p:sp>
      <p:sp>
        <p:nvSpPr>
          <p:cNvPr id="324" name="Google Shape;324;p44"/>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325" name="Google Shape;325;p44"/>
          <p:cNvSpPr txBox="1"/>
          <p:nvPr>
            <p:ph idx="7"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26" name="Google Shape;326;p44"/>
          <p:cNvSpPr txBox="1"/>
          <p:nvPr>
            <p:ph idx="8"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27" name="Google Shape;327;p44"/>
          <p:cNvSpPr txBox="1"/>
          <p:nvPr>
            <p:ph idx="9"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328" name="Google Shape;328;p44"/>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329" name="Google Shape;329;p44"/>
          <p:cNvSpPr txBox="1"/>
          <p:nvPr>
            <p:ph idx="13" type="body"/>
          </p:nvPr>
        </p:nvSpPr>
        <p:spPr>
          <a:xfrm>
            <a:off x="226300" y="2041115"/>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30" name="Google Shape;330;p44"/>
          <p:cNvSpPr txBox="1"/>
          <p:nvPr>
            <p:ph idx="14" type="body"/>
          </p:nvPr>
        </p:nvSpPr>
        <p:spPr>
          <a:xfrm>
            <a:off x="6149225" y="2041115"/>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31" name="Google Shape;331;p44"/>
          <p:cNvSpPr/>
          <p:nvPr>
            <p:ph idx="15" type="pic"/>
          </p:nvPr>
        </p:nvSpPr>
        <p:spPr>
          <a:xfrm>
            <a:off x="3187763" y="237599"/>
            <a:ext cx="2728200" cy="1665000"/>
          </a:xfrm>
          <a:prstGeom prst="rect">
            <a:avLst/>
          </a:prstGeom>
          <a:noFill/>
          <a:ln cap="flat" cmpd="sng" w="9525">
            <a:solidFill>
              <a:schemeClr val="accent6"/>
            </a:solidFill>
            <a:prstDash val="solid"/>
            <a:round/>
            <a:headEnd len="sm" w="sm" type="none"/>
            <a:tailEnd len="sm" w="sm" type="none"/>
          </a:ln>
        </p:spPr>
      </p:sp>
      <p:sp>
        <p:nvSpPr>
          <p:cNvPr id="332" name="Google Shape;332;p44"/>
          <p:cNvSpPr txBox="1"/>
          <p:nvPr>
            <p:ph idx="16" type="body"/>
          </p:nvPr>
        </p:nvSpPr>
        <p:spPr>
          <a:xfrm>
            <a:off x="3187763" y="2041849"/>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33" name="Google Shape;333;p44"/>
          <p:cNvSpPr/>
          <p:nvPr>
            <p:ph idx="17" type="pic"/>
          </p:nvPr>
        </p:nvSpPr>
        <p:spPr>
          <a:xfrm>
            <a:off x="226300" y="2383824"/>
            <a:ext cx="2728200" cy="1665000"/>
          </a:xfrm>
          <a:prstGeom prst="rect">
            <a:avLst/>
          </a:prstGeom>
          <a:noFill/>
          <a:ln cap="flat" cmpd="sng" w="9525">
            <a:solidFill>
              <a:schemeClr val="accent6"/>
            </a:solidFill>
            <a:prstDash val="solid"/>
            <a:round/>
            <a:headEnd len="sm" w="sm" type="none"/>
            <a:tailEnd len="sm" w="sm" type="none"/>
          </a:ln>
        </p:spPr>
      </p:sp>
      <p:sp>
        <p:nvSpPr>
          <p:cNvPr id="334" name="Google Shape;334;p44"/>
          <p:cNvSpPr txBox="1"/>
          <p:nvPr>
            <p:ph idx="18" type="body"/>
          </p:nvPr>
        </p:nvSpPr>
        <p:spPr>
          <a:xfrm>
            <a:off x="226300" y="4188074"/>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and Don'ts 2 1">
  <p:cSld name="CAPTION_ONLY_1_1">
    <p:spTree>
      <p:nvGrpSpPr>
        <p:cNvPr id="335" name="Shape 335"/>
        <p:cNvGrpSpPr/>
        <p:nvPr/>
      </p:nvGrpSpPr>
      <p:grpSpPr>
        <a:xfrm>
          <a:off x="0" y="0"/>
          <a:ext cx="0" cy="0"/>
          <a:chOff x="0" y="0"/>
          <a:chExt cx="0" cy="0"/>
        </a:xfrm>
      </p:grpSpPr>
      <p:sp>
        <p:nvSpPr>
          <p:cNvPr id="336" name="Google Shape;336;p45"/>
          <p:cNvSpPr/>
          <p:nvPr>
            <p:ph idx="2" type="pic"/>
          </p:nvPr>
        </p:nvSpPr>
        <p:spPr>
          <a:xfrm>
            <a:off x="3191400" y="2379324"/>
            <a:ext cx="2728200" cy="1665000"/>
          </a:xfrm>
          <a:prstGeom prst="rect">
            <a:avLst/>
          </a:prstGeom>
          <a:noFill/>
          <a:ln cap="flat" cmpd="sng" w="9525">
            <a:solidFill>
              <a:schemeClr val="accent6"/>
            </a:solidFill>
            <a:prstDash val="solid"/>
            <a:round/>
            <a:headEnd len="sm" w="sm" type="none"/>
            <a:tailEnd len="sm" w="sm" type="none"/>
          </a:ln>
        </p:spPr>
      </p:sp>
      <p:sp>
        <p:nvSpPr>
          <p:cNvPr id="337" name="Google Shape;337;p45"/>
          <p:cNvSpPr txBox="1"/>
          <p:nvPr>
            <p:ph idx="1" type="body"/>
          </p:nvPr>
        </p:nvSpPr>
        <p:spPr>
          <a:xfrm>
            <a:off x="3191400" y="4183574"/>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38" name="Google Shape;338;p45"/>
          <p:cNvSpPr/>
          <p:nvPr>
            <p:ph idx="3" type="pic"/>
          </p:nvPr>
        </p:nvSpPr>
        <p:spPr>
          <a:xfrm>
            <a:off x="226300" y="237600"/>
            <a:ext cx="2728200" cy="1665000"/>
          </a:xfrm>
          <a:prstGeom prst="rect">
            <a:avLst/>
          </a:prstGeom>
          <a:noFill/>
          <a:ln cap="flat" cmpd="sng" w="9525">
            <a:solidFill>
              <a:schemeClr val="accent1"/>
            </a:solidFill>
            <a:prstDash val="solid"/>
            <a:round/>
            <a:headEnd len="sm" w="sm" type="none"/>
            <a:tailEnd len="sm" w="sm" type="none"/>
          </a:ln>
        </p:spPr>
      </p:sp>
      <p:sp>
        <p:nvSpPr>
          <p:cNvPr id="339" name="Google Shape;339;p45"/>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340" name="Google Shape;340;p45"/>
          <p:cNvSpPr txBox="1"/>
          <p:nvPr>
            <p:ph idx="4"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41" name="Google Shape;341;p45"/>
          <p:cNvSpPr txBox="1"/>
          <p:nvPr>
            <p:ph idx="5"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42" name="Google Shape;342;p45"/>
          <p:cNvSpPr txBox="1"/>
          <p:nvPr>
            <p:ph idx="6"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343" name="Google Shape;343;p45"/>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344" name="Google Shape;344;p45"/>
          <p:cNvSpPr txBox="1"/>
          <p:nvPr>
            <p:ph idx="7" type="body"/>
          </p:nvPr>
        </p:nvSpPr>
        <p:spPr>
          <a:xfrm>
            <a:off x="226300" y="2041115"/>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45" name="Google Shape;345;p45"/>
          <p:cNvSpPr/>
          <p:nvPr>
            <p:ph idx="8" type="pic"/>
          </p:nvPr>
        </p:nvSpPr>
        <p:spPr>
          <a:xfrm>
            <a:off x="3187763" y="237599"/>
            <a:ext cx="2728200" cy="1665000"/>
          </a:xfrm>
          <a:prstGeom prst="rect">
            <a:avLst/>
          </a:prstGeom>
          <a:noFill/>
          <a:ln cap="flat" cmpd="sng" w="9525">
            <a:solidFill>
              <a:schemeClr val="accent6"/>
            </a:solidFill>
            <a:prstDash val="solid"/>
            <a:round/>
            <a:headEnd len="sm" w="sm" type="none"/>
            <a:tailEnd len="sm" w="sm" type="none"/>
          </a:ln>
        </p:spPr>
      </p:sp>
      <p:sp>
        <p:nvSpPr>
          <p:cNvPr id="346" name="Google Shape;346;p45"/>
          <p:cNvSpPr txBox="1"/>
          <p:nvPr>
            <p:ph idx="9" type="body"/>
          </p:nvPr>
        </p:nvSpPr>
        <p:spPr>
          <a:xfrm>
            <a:off x="3187763" y="2041849"/>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47" name="Google Shape;347;p45"/>
          <p:cNvSpPr/>
          <p:nvPr>
            <p:ph idx="13" type="pic"/>
          </p:nvPr>
        </p:nvSpPr>
        <p:spPr>
          <a:xfrm>
            <a:off x="226300" y="2383824"/>
            <a:ext cx="2728200" cy="1665000"/>
          </a:xfrm>
          <a:prstGeom prst="rect">
            <a:avLst/>
          </a:prstGeom>
          <a:noFill/>
          <a:ln cap="flat" cmpd="sng" w="9525">
            <a:solidFill>
              <a:schemeClr val="accent6"/>
            </a:solidFill>
            <a:prstDash val="solid"/>
            <a:round/>
            <a:headEnd len="sm" w="sm" type="none"/>
            <a:tailEnd len="sm" w="sm" type="none"/>
          </a:ln>
        </p:spPr>
      </p:sp>
      <p:sp>
        <p:nvSpPr>
          <p:cNvPr id="348" name="Google Shape;348;p45"/>
          <p:cNvSpPr txBox="1"/>
          <p:nvPr>
            <p:ph idx="14" type="body"/>
          </p:nvPr>
        </p:nvSpPr>
        <p:spPr>
          <a:xfrm>
            <a:off x="226300" y="4188074"/>
            <a:ext cx="27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49" name="Google Shape;349;p45"/>
          <p:cNvSpPr/>
          <p:nvPr/>
        </p:nvSpPr>
        <p:spPr>
          <a:xfrm rot="5400000">
            <a:off x="5751250" y="1378625"/>
            <a:ext cx="4276500" cy="199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5"/>
          <p:cNvSpPr txBox="1"/>
          <p:nvPr>
            <p:ph idx="15" type="subTitle"/>
          </p:nvPr>
        </p:nvSpPr>
        <p:spPr>
          <a:xfrm>
            <a:off x="7109425" y="432575"/>
            <a:ext cx="15489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351" name="Google Shape;351;p45"/>
          <p:cNvSpPr txBox="1"/>
          <p:nvPr>
            <p:ph idx="16" type="body"/>
          </p:nvPr>
        </p:nvSpPr>
        <p:spPr>
          <a:xfrm>
            <a:off x="7114975" y="3121200"/>
            <a:ext cx="15489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graphy">
  <p:cSld name="BIG_NUMBER">
    <p:spTree>
      <p:nvGrpSpPr>
        <p:cNvPr id="352" name="Shape 352"/>
        <p:cNvGrpSpPr/>
        <p:nvPr/>
      </p:nvGrpSpPr>
      <p:grpSpPr>
        <a:xfrm>
          <a:off x="0" y="0"/>
          <a:ext cx="0" cy="0"/>
          <a:chOff x="0" y="0"/>
          <a:chExt cx="0" cy="0"/>
        </a:xfrm>
      </p:grpSpPr>
      <p:sp>
        <p:nvSpPr>
          <p:cNvPr id="353" name="Google Shape;353;p46"/>
          <p:cNvSpPr/>
          <p:nvPr/>
        </p:nvSpPr>
        <p:spPr>
          <a:xfrm rot="5400000">
            <a:off x="5751250" y="1378625"/>
            <a:ext cx="4276500" cy="199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6"/>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55" name="Google Shape;355;p46"/>
          <p:cNvSpPr txBox="1"/>
          <p:nvPr>
            <p:ph idx="1" type="subTitle"/>
          </p:nvPr>
        </p:nvSpPr>
        <p:spPr>
          <a:xfrm>
            <a:off x="7109425" y="432575"/>
            <a:ext cx="15489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356" name="Google Shape;356;p46"/>
          <p:cNvSpPr txBox="1"/>
          <p:nvPr>
            <p:ph idx="2" type="body"/>
          </p:nvPr>
        </p:nvSpPr>
        <p:spPr>
          <a:xfrm>
            <a:off x="7114975" y="3121200"/>
            <a:ext cx="15489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357" name="Google Shape;357;p46"/>
          <p:cNvSpPr/>
          <p:nvPr>
            <p:ph idx="3" type="pic"/>
          </p:nvPr>
        </p:nvSpPr>
        <p:spPr>
          <a:xfrm>
            <a:off x="2448725" y="237600"/>
            <a:ext cx="4216800" cy="4038000"/>
          </a:xfrm>
          <a:prstGeom prst="rect">
            <a:avLst/>
          </a:prstGeom>
          <a:noFill/>
          <a:ln>
            <a:noFill/>
          </a:ln>
        </p:spPr>
      </p:sp>
      <p:sp>
        <p:nvSpPr>
          <p:cNvPr id="358" name="Google Shape;358;p46"/>
          <p:cNvSpPr/>
          <p:nvPr>
            <p:ph idx="4" type="pic"/>
          </p:nvPr>
        </p:nvSpPr>
        <p:spPr>
          <a:xfrm>
            <a:off x="226300" y="240550"/>
            <a:ext cx="1994700" cy="4038000"/>
          </a:xfrm>
          <a:prstGeom prst="rect">
            <a:avLst/>
          </a:prstGeom>
          <a:noFill/>
          <a:ln>
            <a:noFill/>
          </a:ln>
        </p:spPr>
      </p:sp>
      <p:sp>
        <p:nvSpPr>
          <p:cNvPr id="359" name="Google Shape;359;p46"/>
          <p:cNvSpPr txBox="1"/>
          <p:nvPr>
            <p:ph idx="5"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60" name="Google Shape;360;p46"/>
          <p:cNvSpPr txBox="1"/>
          <p:nvPr>
            <p:ph idx="6"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61" name="Google Shape;361;p46"/>
          <p:cNvSpPr txBox="1"/>
          <p:nvPr>
            <p:ph idx="7"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362" name="Google Shape;362;p46"/>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363" name="Google Shape;363;p46"/>
          <p:cNvSpPr txBox="1"/>
          <p:nvPr>
            <p:ph idx="8" type="body"/>
          </p:nvPr>
        </p:nvSpPr>
        <p:spPr>
          <a:xfrm>
            <a:off x="228600" y="4419850"/>
            <a:ext cx="19947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64" name="Google Shape;364;p46"/>
          <p:cNvSpPr txBox="1"/>
          <p:nvPr>
            <p:ph idx="9" type="body"/>
          </p:nvPr>
        </p:nvSpPr>
        <p:spPr>
          <a:xfrm>
            <a:off x="2448725" y="4419850"/>
            <a:ext cx="42168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ne and Tablet">
  <p:cSld name="BIG_NUMBER_1">
    <p:spTree>
      <p:nvGrpSpPr>
        <p:cNvPr id="365" name="Shape 365"/>
        <p:cNvGrpSpPr/>
        <p:nvPr/>
      </p:nvGrpSpPr>
      <p:grpSpPr>
        <a:xfrm>
          <a:off x="0" y="0"/>
          <a:ext cx="0" cy="0"/>
          <a:chOff x="0" y="0"/>
          <a:chExt cx="0" cy="0"/>
        </a:xfrm>
      </p:grpSpPr>
      <p:pic>
        <p:nvPicPr>
          <p:cNvPr descr="New Modern Digital Tablet Mockup On White Background." id="366" name="Google Shape;366;p47"/>
          <p:cNvPicPr preferRelativeResize="0"/>
          <p:nvPr/>
        </p:nvPicPr>
        <p:blipFill rotWithShape="1">
          <a:blip r:embed="rId2">
            <a:alphaModFix/>
          </a:blip>
          <a:srcRect b="0" l="25190" r="24880" t="0"/>
          <a:stretch/>
        </p:blipFill>
        <p:spPr>
          <a:xfrm>
            <a:off x="3051913" y="241599"/>
            <a:ext cx="3016673" cy="4026876"/>
          </a:xfrm>
          <a:prstGeom prst="rect">
            <a:avLst/>
          </a:prstGeom>
          <a:noFill/>
          <a:ln>
            <a:noFill/>
          </a:ln>
        </p:spPr>
      </p:pic>
      <p:pic>
        <p:nvPicPr>
          <p:cNvPr descr="Smartphone isolated mockup iPhone with white screen in a white background on high-quality studio shot." id="367" name="Google Shape;367;p47"/>
          <p:cNvPicPr preferRelativeResize="0"/>
          <p:nvPr/>
        </p:nvPicPr>
        <p:blipFill rotWithShape="1">
          <a:blip r:embed="rId3">
            <a:alphaModFix/>
          </a:blip>
          <a:srcRect b="0" l="23169" r="23110" t="0"/>
          <a:stretch/>
        </p:blipFill>
        <p:spPr>
          <a:xfrm>
            <a:off x="187287" y="963838"/>
            <a:ext cx="2089201" cy="2595824"/>
          </a:xfrm>
          <a:prstGeom prst="rect">
            <a:avLst/>
          </a:prstGeom>
          <a:noFill/>
          <a:ln>
            <a:noFill/>
          </a:ln>
        </p:spPr>
      </p:pic>
      <p:sp>
        <p:nvSpPr>
          <p:cNvPr id="368" name="Google Shape;368;p47"/>
          <p:cNvSpPr/>
          <p:nvPr/>
        </p:nvSpPr>
        <p:spPr>
          <a:xfrm rot="5400000">
            <a:off x="5751250" y="1378625"/>
            <a:ext cx="4276500" cy="199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7"/>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370" name="Google Shape;370;p47"/>
          <p:cNvSpPr txBox="1"/>
          <p:nvPr>
            <p:ph idx="1" type="subTitle"/>
          </p:nvPr>
        </p:nvSpPr>
        <p:spPr>
          <a:xfrm>
            <a:off x="7109425" y="432575"/>
            <a:ext cx="15489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371" name="Google Shape;371;p47"/>
          <p:cNvSpPr txBox="1"/>
          <p:nvPr>
            <p:ph idx="2" type="body"/>
          </p:nvPr>
        </p:nvSpPr>
        <p:spPr>
          <a:xfrm>
            <a:off x="7114975" y="3121200"/>
            <a:ext cx="15489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372" name="Google Shape;372;p47"/>
          <p:cNvSpPr txBox="1"/>
          <p:nvPr>
            <p:ph idx="3"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73" name="Google Shape;373;p47"/>
          <p:cNvSpPr txBox="1"/>
          <p:nvPr>
            <p:ph idx="4"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374" name="Google Shape;374;p47"/>
          <p:cNvSpPr txBox="1"/>
          <p:nvPr>
            <p:ph idx="5"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375" name="Google Shape;375;p47"/>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376" name="Google Shape;376;p47"/>
          <p:cNvSpPr txBox="1"/>
          <p:nvPr>
            <p:ph idx="6" type="body"/>
          </p:nvPr>
        </p:nvSpPr>
        <p:spPr>
          <a:xfrm>
            <a:off x="228600" y="4419850"/>
            <a:ext cx="19947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77" name="Google Shape;377;p47"/>
          <p:cNvSpPr txBox="1"/>
          <p:nvPr>
            <p:ph idx="7" type="body"/>
          </p:nvPr>
        </p:nvSpPr>
        <p:spPr>
          <a:xfrm>
            <a:off x="2448725" y="4419850"/>
            <a:ext cx="42168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
        <p:nvSpPr>
          <p:cNvPr id="378" name="Google Shape;378;p47"/>
          <p:cNvSpPr/>
          <p:nvPr>
            <p:ph idx="8" type="pic"/>
          </p:nvPr>
        </p:nvSpPr>
        <p:spPr>
          <a:xfrm>
            <a:off x="752100" y="1234175"/>
            <a:ext cx="976200" cy="2109600"/>
          </a:xfrm>
          <a:prstGeom prst="roundRect">
            <a:avLst>
              <a:gd fmla="val 14756" name="adj"/>
            </a:avLst>
          </a:prstGeom>
          <a:noFill/>
          <a:ln>
            <a:noFill/>
          </a:ln>
        </p:spPr>
      </p:sp>
      <p:sp>
        <p:nvSpPr>
          <p:cNvPr id="379" name="Google Shape;379;p47"/>
          <p:cNvSpPr/>
          <p:nvPr>
            <p:ph idx="9" type="pic"/>
          </p:nvPr>
        </p:nvSpPr>
        <p:spPr>
          <a:xfrm>
            <a:off x="3587175" y="753250"/>
            <a:ext cx="1916100" cy="3116400"/>
          </a:xfrm>
          <a:prstGeom prst="roundRect">
            <a:avLst>
              <a:gd fmla="val 1242" name="adj"/>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sktop">
  <p:cSld name="CUSTOM_2">
    <p:spTree>
      <p:nvGrpSpPr>
        <p:cNvPr id="380" name="Shape 380"/>
        <p:cNvGrpSpPr/>
        <p:nvPr/>
      </p:nvGrpSpPr>
      <p:grpSpPr>
        <a:xfrm>
          <a:off x="0" y="0"/>
          <a:ext cx="0" cy="0"/>
          <a:chOff x="0" y="0"/>
          <a:chExt cx="0" cy="0"/>
        </a:xfrm>
      </p:grpSpPr>
      <p:pic>
        <p:nvPicPr>
          <p:cNvPr descr="Modern Desktop Monitor." id="381" name="Google Shape;381;p48"/>
          <p:cNvPicPr preferRelativeResize="0"/>
          <p:nvPr/>
        </p:nvPicPr>
        <p:blipFill>
          <a:blip r:embed="rId2">
            <a:alphaModFix/>
          </a:blip>
          <a:stretch>
            <a:fillRect/>
          </a:stretch>
        </p:blipFill>
        <p:spPr>
          <a:xfrm>
            <a:off x="49600" y="-18362"/>
            <a:ext cx="9018199" cy="5209199"/>
          </a:xfrm>
          <a:prstGeom prst="rect">
            <a:avLst/>
          </a:prstGeom>
          <a:noFill/>
          <a:ln>
            <a:noFill/>
          </a:ln>
        </p:spPr>
      </p:pic>
      <p:sp>
        <p:nvSpPr>
          <p:cNvPr id="382" name="Google Shape;382;p48"/>
          <p:cNvSpPr/>
          <p:nvPr>
            <p:ph idx="2" type="pic"/>
          </p:nvPr>
        </p:nvSpPr>
        <p:spPr>
          <a:xfrm>
            <a:off x="1479083" y="264705"/>
            <a:ext cx="6138900" cy="3615000"/>
          </a:xfrm>
          <a:prstGeom prst="roundRect">
            <a:avLst>
              <a:gd fmla="val 1242" name="adj"/>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lboard ">
  <p:cSld name="CUSTOM_3">
    <p:bg>
      <p:bgPr>
        <a:blipFill>
          <a:blip r:embed="rId2">
            <a:alphaModFix/>
          </a:blip>
          <a:stretch>
            <a:fillRect/>
          </a:stretch>
        </a:blipFill>
      </p:bgPr>
    </p:bg>
    <p:spTree>
      <p:nvGrpSpPr>
        <p:cNvPr id="383" name="Shape 383"/>
        <p:cNvGrpSpPr/>
        <p:nvPr/>
      </p:nvGrpSpPr>
      <p:grpSpPr>
        <a:xfrm>
          <a:off x="0" y="0"/>
          <a:ext cx="0" cy="0"/>
          <a:chOff x="0" y="0"/>
          <a:chExt cx="0" cy="0"/>
        </a:xfrm>
      </p:grpSpPr>
      <p:sp>
        <p:nvSpPr>
          <p:cNvPr id="384" name="Google Shape;384;p49"/>
          <p:cNvSpPr/>
          <p:nvPr>
            <p:ph idx="2" type="pic"/>
          </p:nvPr>
        </p:nvSpPr>
        <p:spPr>
          <a:xfrm>
            <a:off x="1345350" y="1750800"/>
            <a:ext cx="6517500" cy="1187700"/>
          </a:xfrm>
          <a:prstGeom prst="roundRect">
            <a:avLst>
              <a:gd fmla="val 1242" name="adj"/>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graphy 1">
  <p:cSld name="TITLE_18">
    <p:spTree>
      <p:nvGrpSpPr>
        <p:cNvPr id="385" name="Shape 385"/>
        <p:cNvGrpSpPr/>
        <p:nvPr/>
      </p:nvGrpSpPr>
      <p:grpSpPr>
        <a:xfrm>
          <a:off x="0" y="0"/>
          <a:ext cx="0" cy="0"/>
          <a:chOff x="0" y="0"/>
          <a:chExt cx="0" cy="0"/>
        </a:xfrm>
      </p:grpSpPr>
      <p:sp>
        <p:nvSpPr>
          <p:cNvPr id="386" name="Google Shape;386;p50"/>
          <p:cNvSpPr/>
          <p:nvPr>
            <p:ph idx="2" type="pic"/>
          </p:nvPr>
        </p:nvSpPr>
        <p:spPr>
          <a:xfrm>
            <a:off x="0" y="0"/>
            <a:ext cx="2962500" cy="1900800"/>
          </a:xfrm>
          <a:prstGeom prst="rect">
            <a:avLst/>
          </a:prstGeom>
          <a:noFill/>
          <a:ln>
            <a:noFill/>
          </a:ln>
        </p:spPr>
      </p:sp>
      <p:sp>
        <p:nvSpPr>
          <p:cNvPr id="387" name="Google Shape;387;p50"/>
          <p:cNvSpPr/>
          <p:nvPr>
            <p:ph idx="3" type="pic"/>
          </p:nvPr>
        </p:nvSpPr>
        <p:spPr>
          <a:xfrm>
            <a:off x="2962500" y="0"/>
            <a:ext cx="3474600" cy="2824800"/>
          </a:xfrm>
          <a:prstGeom prst="rect">
            <a:avLst/>
          </a:prstGeom>
          <a:noFill/>
          <a:ln>
            <a:noFill/>
          </a:ln>
        </p:spPr>
      </p:sp>
      <p:sp>
        <p:nvSpPr>
          <p:cNvPr id="388" name="Google Shape;388;p50"/>
          <p:cNvSpPr/>
          <p:nvPr>
            <p:ph idx="4" type="pic"/>
          </p:nvPr>
        </p:nvSpPr>
        <p:spPr>
          <a:xfrm>
            <a:off x="0" y="1900800"/>
            <a:ext cx="2962500" cy="3242700"/>
          </a:xfrm>
          <a:prstGeom prst="rect">
            <a:avLst/>
          </a:prstGeom>
          <a:noFill/>
          <a:ln>
            <a:noFill/>
          </a:ln>
        </p:spPr>
      </p:sp>
      <p:sp>
        <p:nvSpPr>
          <p:cNvPr id="389" name="Google Shape;389;p50"/>
          <p:cNvSpPr/>
          <p:nvPr>
            <p:ph idx="5" type="pic"/>
          </p:nvPr>
        </p:nvSpPr>
        <p:spPr>
          <a:xfrm>
            <a:off x="2962500" y="2824800"/>
            <a:ext cx="3474600" cy="2318700"/>
          </a:xfrm>
          <a:prstGeom prst="rect">
            <a:avLst/>
          </a:prstGeom>
          <a:noFill/>
          <a:ln>
            <a:noFill/>
          </a:ln>
        </p:spPr>
      </p:sp>
      <p:sp>
        <p:nvSpPr>
          <p:cNvPr id="390" name="Google Shape;390;p50"/>
          <p:cNvSpPr/>
          <p:nvPr>
            <p:ph idx="6" type="pic"/>
          </p:nvPr>
        </p:nvSpPr>
        <p:spPr>
          <a:xfrm>
            <a:off x="6437100" y="0"/>
            <a:ext cx="2706900" cy="51435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graphy 2">
  <p:cSld name="TITLE_18_1">
    <p:spTree>
      <p:nvGrpSpPr>
        <p:cNvPr id="391" name="Shape 391"/>
        <p:cNvGrpSpPr/>
        <p:nvPr/>
      </p:nvGrpSpPr>
      <p:grpSpPr>
        <a:xfrm>
          <a:off x="0" y="0"/>
          <a:ext cx="0" cy="0"/>
          <a:chOff x="0" y="0"/>
          <a:chExt cx="0" cy="0"/>
        </a:xfrm>
      </p:grpSpPr>
      <p:sp>
        <p:nvSpPr>
          <p:cNvPr id="392" name="Google Shape;392;p51"/>
          <p:cNvSpPr/>
          <p:nvPr>
            <p:ph idx="2" type="pic"/>
          </p:nvPr>
        </p:nvSpPr>
        <p:spPr>
          <a:xfrm>
            <a:off x="0" y="0"/>
            <a:ext cx="4572000" cy="1900800"/>
          </a:xfrm>
          <a:prstGeom prst="rect">
            <a:avLst/>
          </a:prstGeom>
          <a:noFill/>
          <a:ln>
            <a:noFill/>
          </a:ln>
        </p:spPr>
      </p:sp>
      <p:sp>
        <p:nvSpPr>
          <p:cNvPr id="393" name="Google Shape;393;p51"/>
          <p:cNvSpPr/>
          <p:nvPr>
            <p:ph idx="3" type="pic"/>
          </p:nvPr>
        </p:nvSpPr>
        <p:spPr>
          <a:xfrm>
            <a:off x="0" y="1900800"/>
            <a:ext cx="4572000" cy="3242700"/>
          </a:xfrm>
          <a:prstGeom prst="rect">
            <a:avLst/>
          </a:prstGeom>
          <a:noFill/>
          <a:ln>
            <a:noFill/>
          </a:ln>
        </p:spPr>
      </p:sp>
      <p:sp>
        <p:nvSpPr>
          <p:cNvPr id="394" name="Google Shape;394;p51"/>
          <p:cNvSpPr/>
          <p:nvPr>
            <p:ph idx="4" type="pic"/>
          </p:nvPr>
        </p:nvSpPr>
        <p:spPr>
          <a:xfrm>
            <a:off x="4572000" y="3242700"/>
            <a:ext cx="4572000" cy="1900800"/>
          </a:xfrm>
          <a:prstGeom prst="rect">
            <a:avLst/>
          </a:prstGeom>
          <a:noFill/>
          <a:ln>
            <a:noFill/>
          </a:ln>
        </p:spPr>
      </p:sp>
      <p:sp>
        <p:nvSpPr>
          <p:cNvPr id="395" name="Google Shape;395;p51"/>
          <p:cNvSpPr/>
          <p:nvPr>
            <p:ph idx="5" type="pic"/>
          </p:nvPr>
        </p:nvSpPr>
        <p:spPr>
          <a:xfrm>
            <a:off x="4572000" y="0"/>
            <a:ext cx="4572000" cy="32427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graphy 3">
  <p:cSld name="TITLE_18_1_1">
    <p:spTree>
      <p:nvGrpSpPr>
        <p:cNvPr id="396" name="Shape 396"/>
        <p:cNvGrpSpPr/>
        <p:nvPr/>
      </p:nvGrpSpPr>
      <p:grpSpPr>
        <a:xfrm>
          <a:off x="0" y="0"/>
          <a:ext cx="0" cy="0"/>
          <a:chOff x="0" y="0"/>
          <a:chExt cx="0" cy="0"/>
        </a:xfrm>
      </p:grpSpPr>
      <p:sp>
        <p:nvSpPr>
          <p:cNvPr id="397" name="Google Shape;397;p52"/>
          <p:cNvSpPr/>
          <p:nvPr>
            <p:ph idx="2" type="pic"/>
          </p:nvPr>
        </p:nvSpPr>
        <p:spPr>
          <a:xfrm>
            <a:off x="0" y="0"/>
            <a:ext cx="9144000" cy="51435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graphy 4">
  <p:cSld name="TITLE_18_1_1_1">
    <p:spTree>
      <p:nvGrpSpPr>
        <p:cNvPr id="398" name="Shape 398"/>
        <p:cNvGrpSpPr/>
        <p:nvPr/>
      </p:nvGrpSpPr>
      <p:grpSpPr>
        <a:xfrm>
          <a:off x="0" y="0"/>
          <a:ext cx="0" cy="0"/>
          <a:chOff x="0" y="0"/>
          <a:chExt cx="0" cy="0"/>
        </a:xfrm>
      </p:grpSpPr>
      <p:sp>
        <p:nvSpPr>
          <p:cNvPr id="399" name="Google Shape;399;p53"/>
          <p:cNvSpPr/>
          <p:nvPr>
            <p:ph idx="2" type="pic"/>
          </p:nvPr>
        </p:nvSpPr>
        <p:spPr>
          <a:xfrm>
            <a:off x="0" y="0"/>
            <a:ext cx="9144000" cy="5143500"/>
          </a:xfrm>
          <a:prstGeom prst="rect">
            <a:avLst/>
          </a:prstGeom>
          <a:noFill/>
          <a:ln>
            <a:noFill/>
          </a:ln>
        </p:spPr>
      </p:sp>
      <p:sp>
        <p:nvSpPr>
          <p:cNvPr id="400" name="Google Shape;400;p53"/>
          <p:cNvSpPr/>
          <p:nvPr/>
        </p:nvSpPr>
        <p:spPr>
          <a:xfrm rot="5400000">
            <a:off x="5751250" y="1378625"/>
            <a:ext cx="4276500" cy="199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3"/>
          <p:cNvSpPr txBox="1"/>
          <p:nvPr>
            <p:ph idx="1" type="subTitle"/>
          </p:nvPr>
        </p:nvSpPr>
        <p:spPr>
          <a:xfrm>
            <a:off x="7109425" y="432575"/>
            <a:ext cx="15489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402" name="Google Shape;402;p53"/>
          <p:cNvSpPr txBox="1"/>
          <p:nvPr>
            <p:ph idx="3" type="body"/>
          </p:nvPr>
        </p:nvSpPr>
        <p:spPr>
          <a:xfrm>
            <a:off x="7114975" y="3121200"/>
            <a:ext cx="15489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ography Analysis">
  <p:cSld name="TITLE_12">
    <p:spTree>
      <p:nvGrpSpPr>
        <p:cNvPr id="403" name="Shape 403"/>
        <p:cNvGrpSpPr/>
        <p:nvPr/>
      </p:nvGrpSpPr>
      <p:grpSpPr>
        <a:xfrm>
          <a:off x="0" y="0"/>
          <a:ext cx="0" cy="0"/>
          <a:chOff x="0" y="0"/>
          <a:chExt cx="0" cy="0"/>
        </a:xfrm>
      </p:grpSpPr>
      <p:sp>
        <p:nvSpPr>
          <p:cNvPr id="404" name="Google Shape;404;p54"/>
          <p:cNvSpPr/>
          <p:nvPr>
            <p:ph idx="2" type="pic"/>
          </p:nvPr>
        </p:nvSpPr>
        <p:spPr>
          <a:xfrm>
            <a:off x="7455377" y="1663201"/>
            <a:ext cx="1427400" cy="1427400"/>
          </a:xfrm>
          <a:prstGeom prst="rect">
            <a:avLst/>
          </a:prstGeom>
          <a:noFill/>
          <a:ln>
            <a:noFill/>
          </a:ln>
        </p:spPr>
      </p:sp>
      <p:sp>
        <p:nvSpPr>
          <p:cNvPr id="405" name="Google Shape;405;p54"/>
          <p:cNvSpPr/>
          <p:nvPr>
            <p:ph idx="3" type="pic"/>
          </p:nvPr>
        </p:nvSpPr>
        <p:spPr>
          <a:xfrm>
            <a:off x="3703500" y="712800"/>
            <a:ext cx="3328200" cy="3328200"/>
          </a:xfrm>
          <a:prstGeom prst="rect">
            <a:avLst/>
          </a:prstGeom>
          <a:noFill/>
          <a:ln>
            <a:noFill/>
          </a:ln>
        </p:spPr>
      </p:sp>
      <p:sp>
        <p:nvSpPr>
          <p:cNvPr id="406" name="Google Shape;406;p54"/>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07" name="Google Shape;407;p54"/>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4"/>
          <p:cNvSpPr txBox="1"/>
          <p:nvPr>
            <p:ph idx="1"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409" name="Google Shape;409;p54"/>
          <p:cNvSpPr txBox="1"/>
          <p:nvPr>
            <p:ph idx="4" type="body"/>
          </p:nvPr>
        </p:nvSpPr>
        <p:spPr>
          <a:xfrm>
            <a:off x="449575" y="3121200"/>
            <a:ext cx="22677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410" name="Google Shape;410;p54"/>
          <p:cNvSpPr txBox="1"/>
          <p:nvPr>
            <p:ph type="title"/>
          </p:nvPr>
        </p:nvSpPr>
        <p:spPr>
          <a:xfrm>
            <a:off x="438912" y="612648"/>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411" name="Google Shape;411;p54"/>
          <p:cNvSpPr txBox="1"/>
          <p:nvPr>
            <p:ph idx="5"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412" name="Google Shape;412;p54"/>
          <p:cNvSpPr txBox="1"/>
          <p:nvPr>
            <p:ph idx="6"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413" name="Google Shape;413;p54"/>
          <p:cNvSpPr txBox="1"/>
          <p:nvPr>
            <p:ph idx="7"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414" name="Google Shape;414;p54"/>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415" name="Google Shape;415;p54"/>
          <p:cNvSpPr txBox="1"/>
          <p:nvPr>
            <p:ph idx="8" type="body"/>
          </p:nvPr>
        </p:nvSpPr>
        <p:spPr>
          <a:xfrm>
            <a:off x="3703500" y="4183275"/>
            <a:ext cx="33282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Library 1">
  <p:cSld name="TITLE_14">
    <p:spTree>
      <p:nvGrpSpPr>
        <p:cNvPr id="416" name="Shape 416"/>
        <p:cNvGrpSpPr/>
        <p:nvPr/>
      </p:nvGrpSpPr>
      <p:grpSpPr>
        <a:xfrm>
          <a:off x="0" y="0"/>
          <a:ext cx="0" cy="0"/>
          <a:chOff x="0" y="0"/>
          <a:chExt cx="0" cy="0"/>
        </a:xfrm>
      </p:grpSpPr>
      <p:sp>
        <p:nvSpPr>
          <p:cNvPr id="417" name="Google Shape;417;p55"/>
          <p:cNvSpPr/>
          <p:nvPr/>
        </p:nvSpPr>
        <p:spPr>
          <a:xfrm rot="5400000">
            <a:off x="5382025" y="1009350"/>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5"/>
          <p:cNvSpPr/>
          <p:nvPr>
            <p:ph idx="2" type="pic"/>
          </p:nvPr>
        </p:nvSpPr>
        <p:spPr>
          <a:xfrm>
            <a:off x="228477" y="2578623"/>
            <a:ext cx="512100" cy="512100"/>
          </a:xfrm>
          <a:prstGeom prst="rect">
            <a:avLst/>
          </a:prstGeom>
          <a:noFill/>
          <a:ln>
            <a:noFill/>
          </a:ln>
        </p:spPr>
      </p:sp>
      <p:sp>
        <p:nvSpPr>
          <p:cNvPr id="419" name="Google Shape;419;p55"/>
          <p:cNvSpPr/>
          <p:nvPr>
            <p:ph idx="3" type="pic"/>
          </p:nvPr>
        </p:nvSpPr>
        <p:spPr>
          <a:xfrm>
            <a:off x="228477" y="3528898"/>
            <a:ext cx="512100" cy="512100"/>
          </a:xfrm>
          <a:prstGeom prst="rect">
            <a:avLst/>
          </a:prstGeom>
          <a:noFill/>
          <a:ln>
            <a:noFill/>
          </a:ln>
        </p:spPr>
      </p:sp>
      <p:sp>
        <p:nvSpPr>
          <p:cNvPr id="420" name="Google Shape;420;p55"/>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21" name="Google Shape;421;p55"/>
          <p:cNvSpPr txBox="1"/>
          <p:nvPr>
            <p:ph idx="1"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422" name="Google Shape;422;p55"/>
          <p:cNvSpPr txBox="1"/>
          <p:nvPr>
            <p:ph idx="4"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423" name="Google Shape;423;p55"/>
          <p:cNvSpPr txBox="1"/>
          <p:nvPr>
            <p:ph idx="5"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sp>
        <p:nvSpPr>
          <p:cNvPr id="424" name="Google Shape;424;p55"/>
          <p:cNvSpPr/>
          <p:nvPr>
            <p:ph idx="6" type="pic"/>
          </p:nvPr>
        </p:nvSpPr>
        <p:spPr>
          <a:xfrm>
            <a:off x="228477" y="1628348"/>
            <a:ext cx="512100" cy="512100"/>
          </a:xfrm>
          <a:prstGeom prst="rect">
            <a:avLst/>
          </a:prstGeom>
          <a:noFill/>
          <a:ln>
            <a:noFill/>
          </a:ln>
        </p:spPr>
      </p:sp>
      <p:sp>
        <p:nvSpPr>
          <p:cNvPr id="425" name="Google Shape;425;p55"/>
          <p:cNvSpPr/>
          <p:nvPr>
            <p:ph idx="7" type="pic"/>
          </p:nvPr>
        </p:nvSpPr>
        <p:spPr>
          <a:xfrm>
            <a:off x="228477" y="678073"/>
            <a:ext cx="512100" cy="512100"/>
          </a:xfrm>
          <a:prstGeom prst="rect">
            <a:avLst/>
          </a:prstGeom>
          <a:noFill/>
          <a:ln>
            <a:noFill/>
          </a:ln>
        </p:spPr>
      </p:sp>
      <p:sp>
        <p:nvSpPr>
          <p:cNvPr id="426" name="Google Shape;426;p55"/>
          <p:cNvSpPr/>
          <p:nvPr>
            <p:ph idx="8" type="pic"/>
          </p:nvPr>
        </p:nvSpPr>
        <p:spPr>
          <a:xfrm>
            <a:off x="969302" y="2578623"/>
            <a:ext cx="512100" cy="512100"/>
          </a:xfrm>
          <a:prstGeom prst="rect">
            <a:avLst/>
          </a:prstGeom>
          <a:noFill/>
          <a:ln>
            <a:noFill/>
          </a:ln>
        </p:spPr>
      </p:sp>
      <p:sp>
        <p:nvSpPr>
          <p:cNvPr id="427" name="Google Shape;427;p55"/>
          <p:cNvSpPr/>
          <p:nvPr>
            <p:ph idx="9" type="pic"/>
          </p:nvPr>
        </p:nvSpPr>
        <p:spPr>
          <a:xfrm>
            <a:off x="969302" y="3528898"/>
            <a:ext cx="512100" cy="512100"/>
          </a:xfrm>
          <a:prstGeom prst="rect">
            <a:avLst/>
          </a:prstGeom>
          <a:noFill/>
          <a:ln>
            <a:noFill/>
          </a:ln>
        </p:spPr>
      </p:sp>
      <p:sp>
        <p:nvSpPr>
          <p:cNvPr id="428" name="Google Shape;428;p55"/>
          <p:cNvSpPr/>
          <p:nvPr>
            <p:ph idx="13" type="pic"/>
          </p:nvPr>
        </p:nvSpPr>
        <p:spPr>
          <a:xfrm>
            <a:off x="969302" y="1628348"/>
            <a:ext cx="512100" cy="512100"/>
          </a:xfrm>
          <a:prstGeom prst="rect">
            <a:avLst/>
          </a:prstGeom>
          <a:noFill/>
          <a:ln>
            <a:noFill/>
          </a:ln>
        </p:spPr>
      </p:sp>
      <p:sp>
        <p:nvSpPr>
          <p:cNvPr id="429" name="Google Shape;429;p55"/>
          <p:cNvSpPr/>
          <p:nvPr>
            <p:ph idx="14" type="pic"/>
          </p:nvPr>
        </p:nvSpPr>
        <p:spPr>
          <a:xfrm>
            <a:off x="969302" y="678073"/>
            <a:ext cx="512100" cy="512100"/>
          </a:xfrm>
          <a:prstGeom prst="rect">
            <a:avLst/>
          </a:prstGeom>
          <a:noFill/>
          <a:ln>
            <a:noFill/>
          </a:ln>
        </p:spPr>
      </p:sp>
      <p:sp>
        <p:nvSpPr>
          <p:cNvPr id="430" name="Google Shape;430;p55"/>
          <p:cNvSpPr/>
          <p:nvPr>
            <p:ph idx="15" type="pic"/>
          </p:nvPr>
        </p:nvSpPr>
        <p:spPr>
          <a:xfrm>
            <a:off x="1710127" y="2578623"/>
            <a:ext cx="512100" cy="512100"/>
          </a:xfrm>
          <a:prstGeom prst="rect">
            <a:avLst/>
          </a:prstGeom>
          <a:noFill/>
          <a:ln>
            <a:noFill/>
          </a:ln>
        </p:spPr>
      </p:sp>
      <p:sp>
        <p:nvSpPr>
          <p:cNvPr id="431" name="Google Shape;431;p55"/>
          <p:cNvSpPr/>
          <p:nvPr>
            <p:ph idx="16" type="pic"/>
          </p:nvPr>
        </p:nvSpPr>
        <p:spPr>
          <a:xfrm>
            <a:off x="1710127" y="3528898"/>
            <a:ext cx="512100" cy="512100"/>
          </a:xfrm>
          <a:prstGeom prst="rect">
            <a:avLst/>
          </a:prstGeom>
          <a:noFill/>
          <a:ln>
            <a:noFill/>
          </a:ln>
        </p:spPr>
      </p:sp>
      <p:sp>
        <p:nvSpPr>
          <p:cNvPr id="432" name="Google Shape;432;p55"/>
          <p:cNvSpPr/>
          <p:nvPr>
            <p:ph idx="17" type="pic"/>
          </p:nvPr>
        </p:nvSpPr>
        <p:spPr>
          <a:xfrm>
            <a:off x="1710127" y="1628348"/>
            <a:ext cx="512100" cy="512100"/>
          </a:xfrm>
          <a:prstGeom prst="rect">
            <a:avLst/>
          </a:prstGeom>
          <a:noFill/>
          <a:ln>
            <a:noFill/>
          </a:ln>
        </p:spPr>
      </p:sp>
      <p:sp>
        <p:nvSpPr>
          <p:cNvPr id="433" name="Google Shape;433;p55"/>
          <p:cNvSpPr/>
          <p:nvPr>
            <p:ph idx="18" type="pic"/>
          </p:nvPr>
        </p:nvSpPr>
        <p:spPr>
          <a:xfrm>
            <a:off x="1710127" y="678073"/>
            <a:ext cx="512100" cy="512100"/>
          </a:xfrm>
          <a:prstGeom prst="rect">
            <a:avLst/>
          </a:prstGeom>
          <a:noFill/>
          <a:ln>
            <a:noFill/>
          </a:ln>
        </p:spPr>
      </p:sp>
      <p:sp>
        <p:nvSpPr>
          <p:cNvPr id="434" name="Google Shape;434;p55"/>
          <p:cNvSpPr/>
          <p:nvPr>
            <p:ph idx="19" type="pic"/>
          </p:nvPr>
        </p:nvSpPr>
        <p:spPr>
          <a:xfrm>
            <a:off x="2450952" y="2578623"/>
            <a:ext cx="512100" cy="512100"/>
          </a:xfrm>
          <a:prstGeom prst="rect">
            <a:avLst/>
          </a:prstGeom>
          <a:noFill/>
          <a:ln>
            <a:noFill/>
          </a:ln>
        </p:spPr>
      </p:sp>
      <p:sp>
        <p:nvSpPr>
          <p:cNvPr id="435" name="Google Shape;435;p55"/>
          <p:cNvSpPr/>
          <p:nvPr>
            <p:ph idx="20" type="pic"/>
          </p:nvPr>
        </p:nvSpPr>
        <p:spPr>
          <a:xfrm>
            <a:off x="2450952" y="3528898"/>
            <a:ext cx="512100" cy="512100"/>
          </a:xfrm>
          <a:prstGeom prst="rect">
            <a:avLst/>
          </a:prstGeom>
          <a:noFill/>
          <a:ln>
            <a:noFill/>
          </a:ln>
        </p:spPr>
      </p:sp>
      <p:sp>
        <p:nvSpPr>
          <p:cNvPr id="436" name="Google Shape;436;p55"/>
          <p:cNvSpPr/>
          <p:nvPr>
            <p:ph idx="21" type="pic"/>
          </p:nvPr>
        </p:nvSpPr>
        <p:spPr>
          <a:xfrm>
            <a:off x="2450952" y="1628348"/>
            <a:ext cx="512100" cy="512100"/>
          </a:xfrm>
          <a:prstGeom prst="rect">
            <a:avLst/>
          </a:prstGeom>
          <a:noFill/>
          <a:ln>
            <a:noFill/>
          </a:ln>
        </p:spPr>
      </p:sp>
      <p:sp>
        <p:nvSpPr>
          <p:cNvPr id="437" name="Google Shape;437;p55"/>
          <p:cNvSpPr/>
          <p:nvPr>
            <p:ph idx="22" type="pic"/>
          </p:nvPr>
        </p:nvSpPr>
        <p:spPr>
          <a:xfrm>
            <a:off x="2450952" y="678073"/>
            <a:ext cx="512100" cy="512100"/>
          </a:xfrm>
          <a:prstGeom prst="rect">
            <a:avLst/>
          </a:prstGeom>
          <a:noFill/>
          <a:ln>
            <a:noFill/>
          </a:ln>
        </p:spPr>
      </p:sp>
      <p:sp>
        <p:nvSpPr>
          <p:cNvPr id="438" name="Google Shape;438;p55"/>
          <p:cNvSpPr/>
          <p:nvPr>
            <p:ph idx="23" type="pic"/>
          </p:nvPr>
        </p:nvSpPr>
        <p:spPr>
          <a:xfrm>
            <a:off x="3191052" y="2578623"/>
            <a:ext cx="512100" cy="512100"/>
          </a:xfrm>
          <a:prstGeom prst="rect">
            <a:avLst/>
          </a:prstGeom>
          <a:noFill/>
          <a:ln>
            <a:noFill/>
          </a:ln>
        </p:spPr>
      </p:sp>
      <p:sp>
        <p:nvSpPr>
          <p:cNvPr id="439" name="Google Shape;439;p55"/>
          <p:cNvSpPr/>
          <p:nvPr>
            <p:ph idx="24" type="pic"/>
          </p:nvPr>
        </p:nvSpPr>
        <p:spPr>
          <a:xfrm>
            <a:off x="3191052" y="3528898"/>
            <a:ext cx="512100" cy="512100"/>
          </a:xfrm>
          <a:prstGeom prst="rect">
            <a:avLst/>
          </a:prstGeom>
          <a:noFill/>
          <a:ln>
            <a:noFill/>
          </a:ln>
        </p:spPr>
      </p:sp>
      <p:sp>
        <p:nvSpPr>
          <p:cNvPr id="440" name="Google Shape;440;p55"/>
          <p:cNvSpPr/>
          <p:nvPr>
            <p:ph idx="25" type="pic"/>
          </p:nvPr>
        </p:nvSpPr>
        <p:spPr>
          <a:xfrm>
            <a:off x="3191052" y="1628348"/>
            <a:ext cx="512100" cy="512100"/>
          </a:xfrm>
          <a:prstGeom prst="rect">
            <a:avLst/>
          </a:prstGeom>
          <a:noFill/>
          <a:ln>
            <a:noFill/>
          </a:ln>
        </p:spPr>
      </p:sp>
      <p:sp>
        <p:nvSpPr>
          <p:cNvPr id="441" name="Google Shape;441;p55"/>
          <p:cNvSpPr/>
          <p:nvPr>
            <p:ph idx="26" type="pic"/>
          </p:nvPr>
        </p:nvSpPr>
        <p:spPr>
          <a:xfrm>
            <a:off x="3191052" y="678073"/>
            <a:ext cx="512100" cy="512100"/>
          </a:xfrm>
          <a:prstGeom prst="rect">
            <a:avLst/>
          </a:prstGeom>
          <a:noFill/>
          <a:ln>
            <a:noFill/>
          </a:ln>
        </p:spPr>
      </p:sp>
      <p:sp>
        <p:nvSpPr>
          <p:cNvPr id="442" name="Google Shape;442;p55"/>
          <p:cNvSpPr/>
          <p:nvPr>
            <p:ph idx="27" type="pic"/>
          </p:nvPr>
        </p:nvSpPr>
        <p:spPr>
          <a:xfrm>
            <a:off x="3931877" y="2578623"/>
            <a:ext cx="512100" cy="512100"/>
          </a:xfrm>
          <a:prstGeom prst="rect">
            <a:avLst/>
          </a:prstGeom>
          <a:noFill/>
          <a:ln>
            <a:noFill/>
          </a:ln>
        </p:spPr>
      </p:sp>
      <p:sp>
        <p:nvSpPr>
          <p:cNvPr id="443" name="Google Shape;443;p55"/>
          <p:cNvSpPr/>
          <p:nvPr>
            <p:ph idx="28" type="pic"/>
          </p:nvPr>
        </p:nvSpPr>
        <p:spPr>
          <a:xfrm>
            <a:off x="3931877" y="3528898"/>
            <a:ext cx="512100" cy="512100"/>
          </a:xfrm>
          <a:prstGeom prst="rect">
            <a:avLst/>
          </a:prstGeom>
          <a:noFill/>
          <a:ln>
            <a:noFill/>
          </a:ln>
        </p:spPr>
      </p:sp>
      <p:sp>
        <p:nvSpPr>
          <p:cNvPr id="444" name="Google Shape;444;p55"/>
          <p:cNvSpPr/>
          <p:nvPr>
            <p:ph idx="29" type="pic"/>
          </p:nvPr>
        </p:nvSpPr>
        <p:spPr>
          <a:xfrm>
            <a:off x="3931877" y="1628348"/>
            <a:ext cx="512100" cy="512100"/>
          </a:xfrm>
          <a:prstGeom prst="rect">
            <a:avLst/>
          </a:prstGeom>
          <a:noFill/>
          <a:ln>
            <a:noFill/>
          </a:ln>
        </p:spPr>
      </p:sp>
      <p:sp>
        <p:nvSpPr>
          <p:cNvPr id="445" name="Google Shape;445;p55"/>
          <p:cNvSpPr/>
          <p:nvPr>
            <p:ph idx="30" type="pic"/>
          </p:nvPr>
        </p:nvSpPr>
        <p:spPr>
          <a:xfrm>
            <a:off x="3931877" y="678073"/>
            <a:ext cx="512100" cy="512100"/>
          </a:xfrm>
          <a:prstGeom prst="rect">
            <a:avLst/>
          </a:prstGeom>
          <a:noFill/>
          <a:ln>
            <a:noFill/>
          </a:ln>
        </p:spPr>
      </p:sp>
      <p:sp>
        <p:nvSpPr>
          <p:cNvPr id="446" name="Google Shape;446;p55"/>
          <p:cNvSpPr/>
          <p:nvPr>
            <p:ph idx="31" type="pic"/>
          </p:nvPr>
        </p:nvSpPr>
        <p:spPr>
          <a:xfrm>
            <a:off x="4672340" y="2578623"/>
            <a:ext cx="512100" cy="512100"/>
          </a:xfrm>
          <a:prstGeom prst="rect">
            <a:avLst/>
          </a:prstGeom>
          <a:noFill/>
          <a:ln>
            <a:noFill/>
          </a:ln>
        </p:spPr>
      </p:sp>
      <p:sp>
        <p:nvSpPr>
          <p:cNvPr id="447" name="Google Shape;447;p55"/>
          <p:cNvSpPr/>
          <p:nvPr>
            <p:ph idx="32" type="pic"/>
          </p:nvPr>
        </p:nvSpPr>
        <p:spPr>
          <a:xfrm>
            <a:off x="4672340" y="3528898"/>
            <a:ext cx="512100" cy="512100"/>
          </a:xfrm>
          <a:prstGeom prst="rect">
            <a:avLst/>
          </a:prstGeom>
          <a:noFill/>
          <a:ln>
            <a:noFill/>
          </a:ln>
        </p:spPr>
      </p:sp>
      <p:sp>
        <p:nvSpPr>
          <p:cNvPr id="448" name="Google Shape;448;p55"/>
          <p:cNvSpPr/>
          <p:nvPr>
            <p:ph idx="33" type="pic"/>
          </p:nvPr>
        </p:nvSpPr>
        <p:spPr>
          <a:xfrm>
            <a:off x="4672340" y="1628348"/>
            <a:ext cx="512100" cy="512100"/>
          </a:xfrm>
          <a:prstGeom prst="rect">
            <a:avLst/>
          </a:prstGeom>
          <a:noFill/>
          <a:ln>
            <a:noFill/>
          </a:ln>
        </p:spPr>
      </p:sp>
      <p:sp>
        <p:nvSpPr>
          <p:cNvPr id="449" name="Google Shape;449;p55"/>
          <p:cNvSpPr/>
          <p:nvPr>
            <p:ph idx="34" type="pic"/>
          </p:nvPr>
        </p:nvSpPr>
        <p:spPr>
          <a:xfrm>
            <a:off x="4672340" y="678073"/>
            <a:ext cx="512100" cy="512100"/>
          </a:xfrm>
          <a:prstGeom prst="rect">
            <a:avLst/>
          </a:prstGeom>
          <a:noFill/>
          <a:ln>
            <a:noFill/>
          </a:ln>
        </p:spPr>
      </p:sp>
      <p:sp>
        <p:nvSpPr>
          <p:cNvPr id="450" name="Google Shape;450;p55"/>
          <p:cNvSpPr/>
          <p:nvPr>
            <p:ph idx="35" type="pic"/>
          </p:nvPr>
        </p:nvSpPr>
        <p:spPr>
          <a:xfrm>
            <a:off x="5413165" y="2578623"/>
            <a:ext cx="512100" cy="512100"/>
          </a:xfrm>
          <a:prstGeom prst="rect">
            <a:avLst/>
          </a:prstGeom>
          <a:noFill/>
          <a:ln>
            <a:noFill/>
          </a:ln>
        </p:spPr>
      </p:sp>
      <p:sp>
        <p:nvSpPr>
          <p:cNvPr id="451" name="Google Shape;451;p55"/>
          <p:cNvSpPr/>
          <p:nvPr>
            <p:ph idx="36" type="pic"/>
          </p:nvPr>
        </p:nvSpPr>
        <p:spPr>
          <a:xfrm>
            <a:off x="5413165" y="3528898"/>
            <a:ext cx="512100" cy="512100"/>
          </a:xfrm>
          <a:prstGeom prst="rect">
            <a:avLst/>
          </a:prstGeom>
          <a:noFill/>
          <a:ln>
            <a:noFill/>
          </a:ln>
        </p:spPr>
      </p:sp>
      <p:sp>
        <p:nvSpPr>
          <p:cNvPr id="452" name="Google Shape;452;p55"/>
          <p:cNvSpPr/>
          <p:nvPr>
            <p:ph idx="37" type="pic"/>
          </p:nvPr>
        </p:nvSpPr>
        <p:spPr>
          <a:xfrm>
            <a:off x="5413165" y="1628348"/>
            <a:ext cx="512100" cy="512100"/>
          </a:xfrm>
          <a:prstGeom prst="rect">
            <a:avLst/>
          </a:prstGeom>
          <a:noFill/>
          <a:ln>
            <a:noFill/>
          </a:ln>
        </p:spPr>
      </p:sp>
      <p:sp>
        <p:nvSpPr>
          <p:cNvPr id="453" name="Google Shape;453;p55"/>
          <p:cNvSpPr/>
          <p:nvPr>
            <p:ph idx="38" type="pic"/>
          </p:nvPr>
        </p:nvSpPr>
        <p:spPr>
          <a:xfrm>
            <a:off x="5413165" y="678073"/>
            <a:ext cx="512100" cy="512100"/>
          </a:xfrm>
          <a:prstGeom prst="rect">
            <a:avLst/>
          </a:prstGeom>
          <a:noFill/>
          <a:ln>
            <a:noFill/>
          </a:ln>
        </p:spPr>
      </p:sp>
      <p:cxnSp>
        <p:nvCxnSpPr>
          <p:cNvPr id="454" name="Google Shape;454;p55"/>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455" name="Google Shape;455;p55"/>
          <p:cNvSpPr txBox="1"/>
          <p:nvPr>
            <p:ph idx="39" type="body"/>
          </p:nvPr>
        </p:nvSpPr>
        <p:spPr>
          <a:xfrm>
            <a:off x="6386875" y="3121200"/>
            <a:ext cx="22770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456" name="Google Shape;456;p55"/>
          <p:cNvSpPr txBox="1"/>
          <p:nvPr>
            <p:ph idx="40" type="subTitle"/>
          </p:nvPr>
        </p:nvSpPr>
        <p:spPr>
          <a:xfrm>
            <a:off x="638132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457" name="Google Shape;457;p55"/>
          <p:cNvSpPr txBox="1"/>
          <p:nvPr>
            <p:ph idx="41" type="body"/>
          </p:nvPr>
        </p:nvSpPr>
        <p:spPr>
          <a:xfrm>
            <a:off x="228600" y="4421208"/>
            <a:ext cx="56871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1pPr>
            <a:lvl2pPr indent="-279400" lvl="1" marL="914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2pPr>
            <a:lvl3pPr indent="-279400" lvl="2" marL="1371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3pPr>
            <a:lvl4pPr indent="-279400" lvl="3" marL="1828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4pPr>
            <a:lvl5pPr indent="-279400" lvl="4" marL="22860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5pPr>
            <a:lvl6pPr indent="-279400" lvl="5" marL="27432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6pPr>
            <a:lvl7pPr indent="-279400" lvl="6" marL="32004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7pPr>
            <a:lvl8pPr indent="-279400" lvl="7" marL="36576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8pPr>
            <a:lvl9pPr indent="-279400" lvl="8" marL="4114800">
              <a:spcBef>
                <a:spcPts val="0"/>
              </a:spcBef>
              <a:spcAft>
                <a:spcPts val="0"/>
              </a:spcAft>
              <a:buClr>
                <a:schemeClr val="accent3"/>
              </a:buClr>
              <a:buSzPts val="800"/>
              <a:buFont typeface="Work Sans Black"/>
              <a:buChar char="■"/>
              <a:defRPr>
                <a:solidFill>
                  <a:schemeClr val="accent3"/>
                </a:solidFill>
                <a:latin typeface="Work Sans Black"/>
                <a:ea typeface="Work Sans Black"/>
                <a:cs typeface="Work Sans Black"/>
                <a:sym typeface="Work Sans Black"/>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Library 2">
  <p:cSld name="TITLE_14_1">
    <p:spTree>
      <p:nvGrpSpPr>
        <p:cNvPr id="458" name="Shape 458"/>
        <p:cNvGrpSpPr/>
        <p:nvPr/>
      </p:nvGrpSpPr>
      <p:grpSpPr>
        <a:xfrm>
          <a:off x="0" y="0"/>
          <a:ext cx="0" cy="0"/>
          <a:chOff x="0" y="0"/>
          <a:chExt cx="0" cy="0"/>
        </a:xfrm>
      </p:grpSpPr>
      <p:sp>
        <p:nvSpPr>
          <p:cNvPr id="459" name="Google Shape;459;p56"/>
          <p:cNvSpPr/>
          <p:nvPr>
            <p:ph idx="2" type="pic"/>
          </p:nvPr>
        </p:nvSpPr>
        <p:spPr>
          <a:xfrm>
            <a:off x="228477" y="2578623"/>
            <a:ext cx="512100" cy="512100"/>
          </a:xfrm>
          <a:prstGeom prst="rect">
            <a:avLst/>
          </a:prstGeom>
          <a:noFill/>
          <a:ln>
            <a:noFill/>
          </a:ln>
        </p:spPr>
      </p:sp>
      <p:sp>
        <p:nvSpPr>
          <p:cNvPr id="460" name="Google Shape;460;p56"/>
          <p:cNvSpPr/>
          <p:nvPr>
            <p:ph idx="3" type="pic"/>
          </p:nvPr>
        </p:nvSpPr>
        <p:spPr>
          <a:xfrm>
            <a:off x="228477" y="3528898"/>
            <a:ext cx="512100" cy="512100"/>
          </a:xfrm>
          <a:prstGeom prst="rect">
            <a:avLst/>
          </a:prstGeom>
          <a:noFill/>
          <a:ln>
            <a:noFill/>
          </a:ln>
        </p:spPr>
      </p:sp>
      <p:sp>
        <p:nvSpPr>
          <p:cNvPr id="461" name="Google Shape;461;p56"/>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462" name="Google Shape;462;p56"/>
          <p:cNvSpPr txBox="1"/>
          <p:nvPr>
            <p:ph idx="1"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463" name="Google Shape;463;p56"/>
          <p:cNvSpPr txBox="1"/>
          <p:nvPr>
            <p:ph idx="4"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464" name="Google Shape;464;p56"/>
          <p:cNvSpPr txBox="1"/>
          <p:nvPr>
            <p:ph idx="5"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sp>
        <p:nvSpPr>
          <p:cNvPr id="465" name="Google Shape;465;p56"/>
          <p:cNvSpPr/>
          <p:nvPr>
            <p:ph idx="6" type="pic"/>
          </p:nvPr>
        </p:nvSpPr>
        <p:spPr>
          <a:xfrm>
            <a:off x="228477" y="1628348"/>
            <a:ext cx="512100" cy="512100"/>
          </a:xfrm>
          <a:prstGeom prst="rect">
            <a:avLst/>
          </a:prstGeom>
          <a:noFill/>
          <a:ln>
            <a:noFill/>
          </a:ln>
        </p:spPr>
      </p:sp>
      <p:sp>
        <p:nvSpPr>
          <p:cNvPr id="466" name="Google Shape;466;p56"/>
          <p:cNvSpPr/>
          <p:nvPr>
            <p:ph idx="7" type="pic"/>
          </p:nvPr>
        </p:nvSpPr>
        <p:spPr>
          <a:xfrm>
            <a:off x="228477" y="678073"/>
            <a:ext cx="512100" cy="512100"/>
          </a:xfrm>
          <a:prstGeom prst="rect">
            <a:avLst/>
          </a:prstGeom>
          <a:noFill/>
          <a:ln>
            <a:noFill/>
          </a:ln>
        </p:spPr>
      </p:sp>
      <p:sp>
        <p:nvSpPr>
          <p:cNvPr id="467" name="Google Shape;467;p56"/>
          <p:cNvSpPr/>
          <p:nvPr>
            <p:ph idx="8" type="pic"/>
          </p:nvPr>
        </p:nvSpPr>
        <p:spPr>
          <a:xfrm>
            <a:off x="969302" y="2578623"/>
            <a:ext cx="512100" cy="512100"/>
          </a:xfrm>
          <a:prstGeom prst="rect">
            <a:avLst/>
          </a:prstGeom>
          <a:noFill/>
          <a:ln>
            <a:noFill/>
          </a:ln>
        </p:spPr>
      </p:sp>
      <p:sp>
        <p:nvSpPr>
          <p:cNvPr id="468" name="Google Shape;468;p56"/>
          <p:cNvSpPr/>
          <p:nvPr>
            <p:ph idx="9" type="pic"/>
          </p:nvPr>
        </p:nvSpPr>
        <p:spPr>
          <a:xfrm>
            <a:off x="969302" y="3528898"/>
            <a:ext cx="512100" cy="512100"/>
          </a:xfrm>
          <a:prstGeom prst="rect">
            <a:avLst/>
          </a:prstGeom>
          <a:noFill/>
          <a:ln>
            <a:noFill/>
          </a:ln>
        </p:spPr>
      </p:sp>
      <p:sp>
        <p:nvSpPr>
          <p:cNvPr id="469" name="Google Shape;469;p56"/>
          <p:cNvSpPr/>
          <p:nvPr>
            <p:ph idx="13" type="pic"/>
          </p:nvPr>
        </p:nvSpPr>
        <p:spPr>
          <a:xfrm>
            <a:off x="969302" y="1628348"/>
            <a:ext cx="512100" cy="512100"/>
          </a:xfrm>
          <a:prstGeom prst="rect">
            <a:avLst/>
          </a:prstGeom>
          <a:noFill/>
          <a:ln>
            <a:noFill/>
          </a:ln>
        </p:spPr>
      </p:sp>
      <p:sp>
        <p:nvSpPr>
          <p:cNvPr id="470" name="Google Shape;470;p56"/>
          <p:cNvSpPr/>
          <p:nvPr>
            <p:ph idx="14" type="pic"/>
          </p:nvPr>
        </p:nvSpPr>
        <p:spPr>
          <a:xfrm>
            <a:off x="969302" y="678073"/>
            <a:ext cx="512100" cy="512100"/>
          </a:xfrm>
          <a:prstGeom prst="rect">
            <a:avLst/>
          </a:prstGeom>
          <a:noFill/>
          <a:ln>
            <a:noFill/>
          </a:ln>
        </p:spPr>
      </p:sp>
      <p:sp>
        <p:nvSpPr>
          <p:cNvPr id="471" name="Google Shape;471;p56"/>
          <p:cNvSpPr/>
          <p:nvPr>
            <p:ph idx="15" type="pic"/>
          </p:nvPr>
        </p:nvSpPr>
        <p:spPr>
          <a:xfrm>
            <a:off x="1710127" y="2578623"/>
            <a:ext cx="512100" cy="512100"/>
          </a:xfrm>
          <a:prstGeom prst="rect">
            <a:avLst/>
          </a:prstGeom>
          <a:noFill/>
          <a:ln>
            <a:noFill/>
          </a:ln>
        </p:spPr>
      </p:sp>
      <p:sp>
        <p:nvSpPr>
          <p:cNvPr id="472" name="Google Shape;472;p56"/>
          <p:cNvSpPr/>
          <p:nvPr>
            <p:ph idx="16" type="pic"/>
          </p:nvPr>
        </p:nvSpPr>
        <p:spPr>
          <a:xfrm>
            <a:off x="1710127" y="3528898"/>
            <a:ext cx="512100" cy="512100"/>
          </a:xfrm>
          <a:prstGeom prst="rect">
            <a:avLst/>
          </a:prstGeom>
          <a:noFill/>
          <a:ln>
            <a:noFill/>
          </a:ln>
        </p:spPr>
      </p:sp>
      <p:sp>
        <p:nvSpPr>
          <p:cNvPr id="473" name="Google Shape;473;p56"/>
          <p:cNvSpPr/>
          <p:nvPr>
            <p:ph idx="17" type="pic"/>
          </p:nvPr>
        </p:nvSpPr>
        <p:spPr>
          <a:xfrm>
            <a:off x="1710127" y="1628348"/>
            <a:ext cx="512100" cy="512100"/>
          </a:xfrm>
          <a:prstGeom prst="rect">
            <a:avLst/>
          </a:prstGeom>
          <a:noFill/>
          <a:ln>
            <a:noFill/>
          </a:ln>
        </p:spPr>
      </p:sp>
      <p:sp>
        <p:nvSpPr>
          <p:cNvPr id="474" name="Google Shape;474;p56"/>
          <p:cNvSpPr/>
          <p:nvPr>
            <p:ph idx="18" type="pic"/>
          </p:nvPr>
        </p:nvSpPr>
        <p:spPr>
          <a:xfrm>
            <a:off x="1710127" y="678073"/>
            <a:ext cx="512100" cy="512100"/>
          </a:xfrm>
          <a:prstGeom prst="rect">
            <a:avLst/>
          </a:prstGeom>
          <a:noFill/>
          <a:ln>
            <a:noFill/>
          </a:ln>
        </p:spPr>
      </p:sp>
      <p:sp>
        <p:nvSpPr>
          <p:cNvPr id="475" name="Google Shape;475;p56"/>
          <p:cNvSpPr/>
          <p:nvPr>
            <p:ph idx="19" type="pic"/>
          </p:nvPr>
        </p:nvSpPr>
        <p:spPr>
          <a:xfrm>
            <a:off x="2450952" y="2578623"/>
            <a:ext cx="512100" cy="512100"/>
          </a:xfrm>
          <a:prstGeom prst="rect">
            <a:avLst/>
          </a:prstGeom>
          <a:noFill/>
          <a:ln>
            <a:noFill/>
          </a:ln>
        </p:spPr>
      </p:sp>
      <p:sp>
        <p:nvSpPr>
          <p:cNvPr id="476" name="Google Shape;476;p56"/>
          <p:cNvSpPr/>
          <p:nvPr>
            <p:ph idx="20" type="pic"/>
          </p:nvPr>
        </p:nvSpPr>
        <p:spPr>
          <a:xfrm>
            <a:off x="2450952" y="3528898"/>
            <a:ext cx="512100" cy="512100"/>
          </a:xfrm>
          <a:prstGeom prst="rect">
            <a:avLst/>
          </a:prstGeom>
          <a:noFill/>
          <a:ln>
            <a:noFill/>
          </a:ln>
        </p:spPr>
      </p:sp>
      <p:sp>
        <p:nvSpPr>
          <p:cNvPr id="477" name="Google Shape;477;p56"/>
          <p:cNvSpPr/>
          <p:nvPr>
            <p:ph idx="21" type="pic"/>
          </p:nvPr>
        </p:nvSpPr>
        <p:spPr>
          <a:xfrm>
            <a:off x="2450952" y="1628348"/>
            <a:ext cx="512100" cy="512100"/>
          </a:xfrm>
          <a:prstGeom prst="rect">
            <a:avLst/>
          </a:prstGeom>
          <a:noFill/>
          <a:ln>
            <a:noFill/>
          </a:ln>
        </p:spPr>
      </p:sp>
      <p:sp>
        <p:nvSpPr>
          <p:cNvPr id="478" name="Google Shape;478;p56"/>
          <p:cNvSpPr/>
          <p:nvPr>
            <p:ph idx="22" type="pic"/>
          </p:nvPr>
        </p:nvSpPr>
        <p:spPr>
          <a:xfrm>
            <a:off x="2450952" y="678073"/>
            <a:ext cx="512100" cy="512100"/>
          </a:xfrm>
          <a:prstGeom prst="rect">
            <a:avLst/>
          </a:prstGeom>
          <a:noFill/>
          <a:ln>
            <a:noFill/>
          </a:ln>
        </p:spPr>
      </p:sp>
      <p:sp>
        <p:nvSpPr>
          <p:cNvPr id="479" name="Google Shape;479;p56"/>
          <p:cNvSpPr/>
          <p:nvPr>
            <p:ph idx="23" type="pic"/>
          </p:nvPr>
        </p:nvSpPr>
        <p:spPr>
          <a:xfrm>
            <a:off x="3191052" y="2578623"/>
            <a:ext cx="512100" cy="512100"/>
          </a:xfrm>
          <a:prstGeom prst="rect">
            <a:avLst/>
          </a:prstGeom>
          <a:noFill/>
          <a:ln>
            <a:noFill/>
          </a:ln>
        </p:spPr>
      </p:sp>
      <p:sp>
        <p:nvSpPr>
          <p:cNvPr id="480" name="Google Shape;480;p56"/>
          <p:cNvSpPr/>
          <p:nvPr>
            <p:ph idx="24" type="pic"/>
          </p:nvPr>
        </p:nvSpPr>
        <p:spPr>
          <a:xfrm>
            <a:off x="3191052" y="3528898"/>
            <a:ext cx="512100" cy="512100"/>
          </a:xfrm>
          <a:prstGeom prst="rect">
            <a:avLst/>
          </a:prstGeom>
          <a:noFill/>
          <a:ln>
            <a:noFill/>
          </a:ln>
        </p:spPr>
      </p:sp>
      <p:sp>
        <p:nvSpPr>
          <p:cNvPr id="481" name="Google Shape;481;p56"/>
          <p:cNvSpPr/>
          <p:nvPr>
            <p:ph idx="25" type="pic"/>
          </p:nvPr>
        </p:nvSpPr>
        <p:spPr>
          <a:xfrm>
            <a:off x="3191052" y="1628348"/>
            <a:ext cx="512100" cy="512100"/>
          </a:xfrm>
          <a:prstGeom prst="rect">
            <a:avLst/>
          </a:prstGeom>
          <a:noFill/>
          <a:ln>
            <a:noFill/>
          </a:ln>
        </p:spPr>
      </p:sp>
      <p:sp>
        <p:nvSpPr>
          <p:cNvPr id="482" name="Google Shape;482;p56"/>
          <p:cNvSpPr/>
          <p:nvPr>
            <p:ph idx="26" type="pic"/>
          </p:nvPr>
        </p:nvSpPr>
        <p:spPr>
          <a:xfrm>
            <a:off x="3191052" y="678073"/>
            <a:ext cx="512100" cy="512100"/>
          </a:xfrm>
          <a:prstGeom prst="rect">
            <a:avLst/>
          </a:prstGeom>
          <a:noFill/>
          <a:ln>
            <a:noFill/>
          </a:ln>
        </p:spPr>
      </p:sp>
      <p:sp>
        <p:nvSpPr>
          <p:cNvPr id="483" name="Google Shape;483;p56"/>
          <p:cNvSpPr/>
          <p:nvPr>
            <p:ph idx="27" type="pic"/>
          </p:nvPr>
        </p:nvSpPr>
        <p:spPr>
          <a:xfrm>
            <a:off x="3931877" y="2578623"/>
            <a:ext cx="512100" cy="512100"/>
          </a:xfrm>
          <a:prstGeom prst="rect">
            <a:avLst/>
          </a:prstGeom>
          <a:noFill/>
          <a:ln>
            <a:noFill/>
          </a:ln>
        </p:spPr>
      </p:sp>
      <p:sp>
        <p:nvSpPr>
          <p:cNvPr id="484" name="Google Shape;484;p56"/>
          <p:cNvSpPr/>
          <p:nvPr>
            <p:ph idx="28" type="pic"/>
          </p:nvPr>
        </p:nvSpPr>
        <p:spPr>
          <a:xfrm>
            <a:off x="3931877" y="3528898"/>
            <a:ext cx="512100" cy="512100"/>
          </a:xfrm>
          <a:prstGeom prst="rect">
            <a:avLst/>
          </a:prstGeom>
          <a:noFill/>
          <a:ln>
            <a:noFill/>
          </a:ln>
        </p:spPr>
      </p:sp>
      <p:sp>
        <p:nvSpPr>
          <p:cNvPr id="485" name="Google Shape;485;p56"/>
          <p:cNvSpPr/>
          <p:nvPr>
            <p:ph idx="29" type="pic"/>
          </p:nvPr>
        </p:nvSpPr>
        <p:spPr>
          <a:xfrm>
            <a:off x="3931877" y="1628348"/>
            <a:ext cx="512100" cy="512100"/>
          </a:xfrm>
          <a:prstGeom prst="rect">
            <a:avLst/>
          </a:prstGeom>
          <a:noFill/>
          <a:ln>
            <a:noFill/>
          </a:ln>
        </p:spPr>
      </p:sp>
      <p:sp>
        <p:nvSpPr>
          <p:cNvPr id="486" name="Google Shape;486;p56"/>
          <p:cNvSpPr/>
          <p:nvPr>
            <p:ph idx="30" type="pic"/>
          </p:nvPr>
        </p:nvSpPr>
        <p:spPr>
          <a:xfrm>
            <a:off x="3931877" y="678073"/>
            <a:ext cx="512100" cy="512100"/>
          </a:xfrm>
          <a:prstGeom prst="rect">
            <a:avLst/>
          </a:prstGeom>
          <a:noFill/>
          <a:ln>
            <a:noFill/>
          </a:ln>
        </p:spPr>
      </p:sp>
      <p:sp>
        <p:nvSpPr>
          <p:cNvPr id="487" name="Google Shape;487;p56"/>
          <p:cNvSpPr/>
          <p:nvPr>
            <p:ph idx="31" type="pic"/>
          </p:nvPr>
        </p:nvSpPr>
        <p:spPr>
          <a:xfrm>
            <a:off x="4672340" y="2578623"/>
            <a:ext cx="512100" cy="512100"/>
          </a:xfrm>
          <a:prstGeom prst="rect">
            <a:avLst/>
          </a:prstGeom>
          <a:noFill/>
          <a:ln>
            <a:noFill/>
          </a:ln>
        </p:spPr>
      </p:sp>
      <p:sp>
        <p:nvSpPr>
          <p:cNvPr id="488" name="Google Shape;488;p56"/>
          <p:cNvSpPr/>
          <p:nvPr>
            <p:ph idx="32" type="pic"/>
          </p:nvPr>
        </p:nvSpPr>
        <p:spPr>
          <a:xfrm>
            <a:off x="4672340" y="3528898"/>
            <a:ext cx="512100" cy="512100"/>
          </a:xfrm>
          <a:prstGeom prst="rect">
            <a:avLst/>
          </a:prstGeom>
          <a:noFill/>
          <a:ln>
            <a:noFill/>
          </a:ln>
        </p:spPr>
      </p:sp>
      <p:sp>
        <p:nvSpPr>
          <p:cNvPr id="489" name="Google Shape;489;p56"/>
          <p:cNvSpPr/>
          <p:nvPr>
            <p:ph idx="33" type="pic"/>
          </p:nvPr>
        </p:nvSpPr>
        <p:spPr>
          <a:xfrm>
            <a:off x="4672340" y="1628348"/>
            <a:ext cx="512100" cy="512100"/>
          </a:xfrm>
          <a:prstGeom prst="rect">
            <a:avLst/>
          </a:prstGeom>
          <a:noFill/>
          <a:ln>
            <a:noFill/>
          </a:ln>
        </p:spPr>
      </p:sp>
      <p:sp>
        <p:nvSpPr>
          <p:cNvPr id="490" name="Google Shape;490;p56"/>
          <p:cNvSpPr/>
          <p:nvPr>
            <p:ph idx="34" type="pic"/>
          </p:nvPr>
        </p:nvSpPr>
        <p:spPr>
          <a:xfrm>
            <a:off x="4672340" y="678073"/>
            <a:ext cx="512100" cy="512100"/>
          </a:xfrm>
          <a:prstGeom prst="rect">
            <a:avLst/>
          </a:prstGeom>
          <a:noFill/>
          <a:ln>
            <a:noFill/>
          </a:ln>
        </p:spPr>
      </p:sp>
      <p:sp>
        <p:nvSpPr>
          <p:cNvPr id="491" name="Google Shape;491;p56"/>
          <p:cNvSpPr/>
          <p:nvPr>
            <p:ph idx="35" type="pic"/>
          </p:nvPr>
        </p:nvSpPr>
        <p:spPr>
          <a:xfrm>
            <a:off x="5413165" y="2578623"/>
            <a:ext cx="512100" cy="512100"/>
          </a:xfrm>
          <a:prstGeom prst="rect">
            <a:avLst/>
          </a:prstGeom>
          <a:noFill/>
          <a:ln>
            <a:noFill/>
          </a:ln>
        </p:spPr>
      </p:sp>
      <p:sp>
        <p:nvSpPr>
          <p:cNvPr id="492" name="Google Shape;492;p56"/>
          <p:cNvSpPr/>
          <p:nvPr>
            <p:ph idx="36" type="pic"/>
          </p:nvPr>
        </p:nvSpPr>
        <p:spPr>
          <a:xfrm>
            <a:off x="5413165" y="3528898"/>
            <a:ext cx="512100" cy="512100"/>
          </a:xfrm>
          <a:prstGeom prst="rect">
            <a:avLst/>
          </a:prstGeom>
          <a:noFill/>
          <a:ln>
            <a:noFill/>
          </a:ln>
        </p:spPr>
      </p:sp>
      <p:sp>
        <p:nvSpPr>
          <p:cNvPr id="493" name="Google Shape;493;p56"/>
          <p:cNvSpPr/>
          <p:nvPr>
            <p:ph idx="37" type="pic"/>
          </p:nvPr>
        </p:nvSpPr>
        <p:spPr>
          <a:xfrm>
            <a:off x="5413165" y="1628348"/>
            <a:ext cx="512100" cy="512100"/>
          </a:xfrm>
          <a:prstGeom prst="rect">
            <a:avLst/>
          </a:prstGeom>
          <a:noFill/>
          <a:ln>
            <a:noFill/>
          </a:ln>
        </p:spPr>
      </p:sp>
      <p:sp>
        <p:nvSpPr>
          <p:cNvPr id="494" name="Google Shape;494;p56"/>
          <p:cNvSpPr/>
          <p:nvPr>
            <p:ph idx="38" type="pic"/>
          </p:nvPr>
        </p:nvSpPr>
        <p:spPr>
          <a:xfrm>
            <a:off x="5413165" y="678073"/>
            <a:ext cx="512100" cy="512100"/>
          </a:xfrm>
          <a:prstGeom prst="rect">
            <a:avLst/>
          </a:prstGeom>
          <a:noFill/>
          <a:ln>
            <a:noFill/>
          </a:ln>
        </p:spPr>
      </p:sp>
      <p:cxnSp>
        <p:nvCxnSpPr>
          <p:cNvPr id="495" name="Google Shape;495;p56"/>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496" name="Google Shape;496;p56"/>
          <p:cNvSpPr/>
          <p:nvPr>
            <p:ph idx="39" type="pic"/>
          </p:nvPr>
        </p:nvSpPr>
        <p:spPr>
          <a:xfrm>
            <a:off x="6148565" y="2578623"/>
            <a:ext cx="512100" cy="512100"/>
          </a:xfrm>
          <a:prstGeom prst="rect">
            <a:avLst/>
          </a:prstGeom>
          <a:noFill/>
          <a:ln>
            <a:noFill/>
          </a:ln>
        </p:spPr>
      </p:sp>
      <p:sp>
        <p:nvSpPr>
          <p:cNvPr id="497" name="Google Shape;497;p56"/>
          <p:cNvSpPr/>
          <p:nvPr>
            <p:ph idx="40" type="pic"/>
          </p:nvPr>
        </p:nvSpPr>
        <p:spPr>
          <a:xfrm>
            <a:off x="6148565" y="3528898"/>
            <a:ext cx="512100" cy="512100"/>
          </a:xfrm>
          <a:prstGeom prst="rect">
            <a:avLst/>
          </a:prstGeom>
          <a:noFill/>
          <a:ln>
            <a:noFill/>
          </a:ln>
        </p:spPr>
      </p:sp>
      <p:sp>
        <p:nvSpPr>
          <p:cNvPr id="498" name="Google Shape;498;p56"/>
          <p:cNvSpPr/>
          <p:nvPr>
            <p:ph idx="41" type="pic"/>
          </p:nvPr>
        </p:nvSpPr>
        <p:spPr>
          <a:xfrm>
            <a:off x="6148565" y="1628348"/>
            <a:ext cx="512100" cy="512100"/>
          </a:xfrm>
          <a:prstGeom prst="rect">
            <a:avLst/>
          </a:prstGeom>
          <a:noFill/>
          <a:ln>
            <a:noFill/>
          </a:ln>
        </p:spPr>
      </p:sp>
      <p:sp>
        <p:nvSpPr>
          <p:cNvPr id="499" name="Google Shape;499;p56"/>
          <p:cNvSpPr/>
          <p:nvPr>
            <p:ph idx="42" type="pic"/>
          </p:nvPr>
        </p:nvSpPr>
        <p:spPr>
          <a:xfrm>
            <a:off x="6148565" y="678073"/>
            <a:ext cx="512100" cy="512100"/>
          </a:xfrm>
          <a:prstGeom prst="rect">
            <a:avLst/>
          </a:prstGeom>
          <a:noFill/>
          <a:ln>
            <a:noFill/>
          </a:ln>
        </p:spPr>
      </p:sp>
      <p:sp>
        <p:nvSpPr>
          <p:cNvPr id="500" name="Google Shape;500;p56"/>
          <p:cNvSpPr/>
          <p:nvPr>
            <p:ph idx="43" type="pic"/>
          </p:nvPr>
        </p:nvSpPr>
        <p:spPr>
          <a:xfrm>
            <a:off x="6883965" y="2578623"/>
            <a:ext cx="512100" cy="512100"/>
          </a:xfrm>
          <a:prstGeom prst="rect">
            <a:avLst/>
          </a:prstGeom>
          <a:noFill/>
          <a:ln>
            <a:noFill/>
          </a:ln>
        </p:spPr>
      </p:sp>
      <p:sp>
        <p:nvSpPr>
          <p:cNvPr id="501" name="Google Shape;501;p56"/>
          <p:cNvSpPr/>
          <p:nvPr>
            <p:ph idx="44" type="pic"/>
          </p:nvPr>
        </p:nvSpPr>
        <p:spPr>
          <a:xfrm>
            <a:off x="6883965" y="3528898"/>
            <a:ext cx="512100" cy="512100"/>
          </a:xfrm>
          <a:prstGeom prst="rect">
            <a:avLst/>
          </a:prstGeom>
          <a:noFill/>
          <a:ln>
            <a:noFill/>
          </a:ln>
        </p:spPr>
      </p:sp>
      <p:sp>
        <p:nvSpPr>
          <p:cNvPr id="502" name="Google Shape;502;p56"/>
          <p:cNvSpPr/>
          <p:nvPr>
            <p:ph idx="45" type="pic"/>
          </p:nvPr>
        </p:nvSpPr>
        <p:spPr>
          <a:xfrm>
            <a:off x="6883965" y="1628348"/>
            <a:ext cx="512100" cy="512100"/>
          </a:xfrm>
          <a:prstGeom prst="rect">
            <a:avLst/>
          </a:prstGeom>
          <a:noFill/>
          <a:ln>
            <a:noFill/>
          </a:ln>
        </p:spPr>
      </p:sp>
      <p:sp>
        <p:nvSpPr>
          <p:cNvPr id="503" name="Google Shape;503;p56"/>
          <p:cNvSpPr/>
          <p:nvPr>
            <p:ph idx="46" type="pic"/>
          </p:nvPr>
        </p:nvSpPr>
        <p:spPr>
          <a:xfrm>
            <a:off x="6883965" y="678073"/>
            <a:ext cx="512100" cy="512100"/>
          </a:xfrm>
          <a:prstGeom prst="rect">
            <a:avLst/>
          </a:prstGeom>
          <a:noFill/>
          <a:ln>
            <a:noFill/>
          </a:ln>
        </p:spPr>
      </p:sp>
      <p:sp>
        <p:nvSpPr>
          <p:cNvPr id="504" name="Google Shape;504;p56"/>
          <p:cNvSpPr/>
          <p:nvPr>
            <p:ph idx="47" type="pic"/>
          </p:nvPr>
        </p:nvSpPr>
        <p:spPr>
          <a:xfrm>
            <a:off x="7635290" y="2578623"/>
            <a:ext cx="512100" cy="512100"/>
          </a:xfrm>
          <a:prstGeom prst="rect">
            <a:avLst/>
          </a:prstGeom>
          <a:noFill/>
          <a:ln>
            <a:noFill/>
          </a:ln>
        </p:spPr>
      </p:sp>
      <p:sp>
        <p:nvSpPr>
          <p:cNvPr id="505" name="Google Shape;505;p56"/>
          <p:cNvSpPr/>
          <p:nvPr>
            <p:ph idx="48" type="pic"/>
          </p:nvPr>
        </p:nvSpPr>
        <p:spPr>
          <a:xfrm>
            <a:off x="7635290" y="3528898"/>
            <a:ext cx="512100" cy="512100"/>
          </a:xfrm>
          <a:prstGeom prst="rect">
            <a:avLst/>
          </a:prstGeom>
          <a:noFill/>
          <a:ln>
            <a:noFill/>
          </a:ln>
        </p:spPr>
      </p:sp>
      <p:sp>
        <p:nvSpPr>
          <p:cNvPr id="506" name="Google Shape;506;p56"/>
          <p:cNvSpPr/>
          <p:nvPr>
            <p:ph idx="49" type="pic"/>
          </p:nvPr>
        </p:nvSpPr>
        <p:spPr>
          <a:xfrm>
            <a:off x="7635290" y="1628348"/>
            <a:ext cx="512100" cy="512100"/>
          </a:xfrm>
          <a:prstGeom prst="rect">
            <a:avLst/>
          </a:prstGeom>
          <a:noFill/>
          <a:ln>
            <a:noFill/>
          </a:ln>
        </p:spPr>
      </p:sp>
      <p:sp>
        <p:nvSpPr>
          <p:cNvPr id="507" name="Google Shape;507;p56"/>
          <p:cNvSpPr/>
          <p:nvPr>
            <p:ph idx="50" type="pic"/>
          </p:nvPr>
        </p:nvSpPr>
        <p:spPr>
          <a:xfrm>
            <a:off x="7635290" y="678073"/>
            <a:ext cx="512100" cy="512100"/>
          </a:xfrm>
          <a:prstGeom prst="rect">
            <a:avLst/>
          </a:prstGeom>
          <a:noFill/>
          <a:ln>
            <a:noFill/>
          </a:ln>
        </p:spPr>
      </p:sp>
      <p:sp>
        <p:nvSpPr>
          <p:cNvPr id="508" name="Google Shape;508;p56"/>
          <p:cNvSpPr/>
          <p:nvPr>
            <p:ph idx="51" type="pic"/>
          </p:nvPr>
        </p:nvSpPr>
        <p:spPr>
          <a:xfrm>
            <a:off x="8365615" y="2578623"/>
            <a:ext cx="512100" cy="512100"/>
          </a:xfrm>
          <a:prstGeom prst="rect">
            <a:avLst/>
          </a:prstGeom>
          <a:noFill/>
          <a:ln>
            <a:noFill/>
          </a:ln>
        </p:spPr>
      </p:sp>
      <p:sp>
        <p:nvSpPr>
          <p:cNvPr id="509" name="Google Shape;509;p56"/>
          <p:cNvSpPr/>
          <p:nvPr>
            <p:ph idx="52" type="pic"/>
          </p:nvPr>
        </p:nvSpPr>
        <p:spPr>
          <a:xfrm>
            <a:off x="8365615" y="3528898"/>
            <a:ext cx="512100" cy="512100"/>
          </a:xfrm>
          <a:prstGeom prst="rect">
            <a:avLst/>
          </a:prstGeom>
          <a:noFill/>
          <a:ln>
            <a:noFill/>
          </a:ln>
        </p:spPr>
      </p:sp>
      <p:sp>
        <p:nvSpPr>
          <p:cNvPr id="510" name="Google Shape;510;p56"/>
          <p:cNvSpPr/>
          <p:nvPr>
            <p:ph idx="53" type="pic"/>
          </p:nvPr>
        </p:nvSpPr>
        <p:spPr>
          <a:xfrm>
            <a:off x="8365615" y="1628348"/>
            <a:ext cx="512100" cy="512100"/>
          </a:xfrm>
          <a:prstGeom prst="rect">
            <a:avLst/>
          </a:prstGeom>
          <a:noFill/>
          <a:ln>
            <a:noFill/>
          </a:ln>
        </p:spPr>
      </p:sp>
      <p:sp>
        <p:nvSpPr>
          <p:cNvPr id="511" name="Google Shape;511;p56"/>
          <p:cNvSpPr/>
          <p:nvPr>
            <p:ph idx="54" type="pic"/>
          </p:nvPr>
        </p:nvSpPr>
        <p:spPr>
          <a:xfrm>
            <a:off x="8365615" y="678073"/>
            <a:ext cx="512100" cy="5121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id System">
  <p:cSld name="TITLE_19">
    <p:spTree>
      <p:nvGrpSpPr>
        <p:cNvPr id="512" name="Shape 512"/>
        <p:cNvGrpSpPr/>
        <p:nvPr/>
      </p:nvGrpSpPr>
      <p:grpSpPr>
        <a:xfrm>
          <a:off x="0" y="0"/>
          <a:ext cx="0" cy="0"/>
          <a:chOff x="0" y="0"/>
          <a:chExt cx="0" cy="0"/>
        </a:xfrm>
      </p:grpSpPr>
      <p:sp>
        <p:nvSpPr>
          <p:cNvPr id="513" name="Google Shape;513;p57"/>
          <p:cNvSpPr/>
          <p:nvPr/>
        </p:nvSpPr>
        <p:spPr>
          <a:xfrm rot="5400000">
            <a:off x="-543125" y="1009325"/>
            <a:ext cx="4276500" cy="273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7"/>
          <p:cNvSpPr txBox="1"/>
          <p:nvPr>
            <p:ph idx="1" type="subTitle"/>
          </p:nvPr>
        </p:nvSpPr>
        <p:spPr>
          <a:xfrm>
            <a:off x="449575" y="432575"/>
            <a:ext cx="2277000" cy="1692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100"/>
              <a:buFont typeface="Work Sans Black"/>
              <a:buNone/>
              <a:defRPr>
                <a:solidFill>
                  <a:schemeClr val="accent3"/>
                </a:solidFill>
              </a:defRPr>
            </a:lvl1pPr>
            <a:lvl2pPr lvl="1">
              <a:spcBef>
                <a:spcPts val="0"/>
              </a:spcBef>
              <a:spcAft>
                <a:spcPts val="0"/>
              </a:spcAft>
              <a:buClr>
                <a:schemeClr val="accent5"/>
              </a:buClr>
              <a:buSzPts val="1100"/>
              <a:buFont typeface="Work Sans Black"/>
              <a:buNone/>
              <a:defRPr/>
            </a:lvl2pPr>
            <a:lvl3pPr lvl="2">
              <a:spcBef>
                <a:spcPts val="0"/>
              </a:spcBef>
              <a:spcAft>
                <a:spcPts val="0"/>
              </a:spcAft>
              <a:buClr>
                <a:schemeClr val="accent5"/>
              </a:buClr>
              <a:buSzPts val="1100"/>
              <a:buFont typeface="Work Sans Black"/>
              <a:buNone/>
              <a:defRPr/>
            </a:lvl3pPr>
            <a:lvl4pPr lvl="3">
              <a:spcBef>
                <a:spcPts val="0"/>
              </a:spcBef>
              <a:spcAft>
                <a:spcPts val="0"/>
              </a:spcAft>
              <a:buClr>
                <a:schemeClr val="accent5"/>
              </a:buClr>
              <a:buSzPts val="1100"/>
              <a:buFont typeface="Work Sans Black"/>
              <a:buNone/>
              <a:defRPr/>
            </a:lvl4pPr>
            <a:lvl5pPr lvl="4">
              <a:spcBef>
                <a:spcPts val="0"/>
              </a:spcBef>
              <a:spcAft>
                <a:spcPts val="0"/>
              </a:spcAft>
              <a:buClr>
                <a:schemeClr val="accent5"/>
              </a:buClr>
              <a:buSzPts val="1100"/>
              <a:buFont typeface="Work Sans Black"/>
              <a:buNone/>
              <a:defRPr/>
            </a:lvl5pPr>
            <a:lvl6pPr lvl="5">
              <a:spcBef>
                <a:spcPts val="0"/>
              </a:spcBef>
              <a:spcAft>
                <a:spcPts val="0"/>
              </a:spcAft>
              <a:buClr>
                <a:schemeClr val="accent5"/>
              </a:buClr>
              <a:buSzPts val="1100"/>
              <a:buFont typeface="Work Sans Black"/>
              <a:buNone/>
              <a:defRPr/>
            </a:lvl6pPr>
            <a:lvl7pPr lvl="6">
              <a:spcBef>
                <a:spcPts val="0"/>
              </a:spcBef>
              <a:spcAft>
                <a:spcPts val="0"/>
              </a:spcAft>
              <a:buClr>
                <a:schemeClr val="accent5"/>
              </a:buClr>
              <a:buSzPts val="1100"/>
              <a:buFont typeface="Work Sans Black"/>
              <a:buNone/>
              <a:defRPr/>
            </a:lvl7pPr>
            <a:lvl8pPr lvl="7">
              <a:spcBef>
                <a:spcPts val="0"/>
              </a:spcBef>
              <a:spcAft>
                <a:spcPts val="0"/>
              </a:spcAft>
              <a:buClr>
                <a:schemeClr val="accent5"/>
              </a:buClr>
              <a:buSzPts val="1100"/>
              <a:buFont typeface="Work Sans Black"/>
              <a:buNone/>
              <a:defRPr/>
            </a:lvl8pPr>
            <a:lvl9pPr lvl="8">
              <a:spcBef>
                <a:spcPts val="0"/>
              </a:spcBef>
              <a:spcAft>
                <a:spcPts val="0"/>
              </a:spcAft>
              <a:buClr>
                <a:schemeClr val="accent5"/>
              </a:buClr>
              <a:buSzPts val="1100"/>
              <a:buFont typeface="Work Sans Black"/>
              <a:buNone/>
              <a:defRPr/>
            </a:lvl9pPr>
          </a:lstStyle>
          <a:p/>
        </p:txBody>
      </p:sp>
      <p:sp>
        <p:nvSpPr>
          <p:cNvPr id="515" name="Google Shape;515;p57"/>
          <p:cNvSpPr txBox="1"/>
          <p:nvPr>
            <p:ph idx="2" type="body"/>
          </p:nvPr>
        </p:nvSpPr>
        <p:spPr>
          <a:xfrm>
            <a:off x="449575" y="3121200"/>
            <a:ext cx="2267700" cy="1180800"/>
          </a:xfrm>
          <a:prstGeom prst="rect">
            <a:avLst/>
          </a:prstGeom>
        </p:spPr>
        <p:txBody>
          <a:bodyPr anchorCtr="0" anchor="b" bIns="0" lIns="0" spcFirstLastPara="1" rIns="0" wrap="square" tIns="0">
            <a:noAutofit/>
          </a:bodyPr>
          <a:lstStyle>
            <a:lvl1pPr indent="-279400" lvl="0" marL="457200">
              <a:spcBef>
                <a:spcPts val="0"/>
              </a:spcBef>
              <a:spcAft>
                <a:spcPts val="0"/>
              </a:spcAft>
              <a:buSzPts val="800"/>
              <a:buFont typeface="Work Sans"/>
              <a:buChar char="●"/>
              <a:defRPr/>
            </a:lvl1pPr>
            <a:lvl2pPr indent="-279400" lvl="1" marL="914400">
              <a:spcBef>
                <a:spcPts val="0"/>
              </a:spcBef>
              <a:spcAft>
                <a:spcPts val="0"/>
              </a:spcAft>
              <a:buSzPts val="800"/>
              <a:buFont typeface="Work Sans"/>
              <a:buChar char="○"/>
              <a:defRPr/>
            </a:lvl2pPr>
            <a:lvl3pPr indent="-279400" lvl="2" marL="1371600">
              <a:spcBef>
                <a:spcPts val="0"/>
              </a:spcBef>
              <a:spcAft>
                <a:spcPts val="0"/>
              </a:spcAft>
              <a:buSzPts val="800"/>
              <a:buFont typeface="Work Sans"/>
              <a:buChar char="■"/>
              <a:defRPr/>
            </a:lvl3pPr>
            <a:lvl4pPr indent="-279400" lvl="3" marL="1828800">
              <a:spcBef>
                <a:spcPts val="0"/>
              </a:spcBef>
              <a:spcAft>
                <a:spcPts val="0"/>
              </a:spcAft>
              <a:buSzPts val="800"/>
              <a:buFont typeface="Work Sans"/>
              <a:buChar char="●"/>
              <a:defRPr/>
            </a:lvl4pPr>
            <a:lvl5pPr indent="-279400" lvl="4" marL="2286000">
              <a:spcBef>
                <a:spcPts val="0"/>
              </a:spcBef>
              <a:spcAft>
                <a:spcPts val="0"/>
              </a:spcAft>
              <a:buSzPts val="800"/>
              <a:buFont typeface="Work Sans"/>
              <a:buChar char="○"/>
              <a:defRPr/>
            </a:lvl5pPr>
            <a:lvl6pPr indent="-279400" lvl="5" marL="2743200">
              <a:spcBef>
                <a:spcPts val="0"/>
              </a:spcBef>
              <a:spcAft>
                <a:spcPts val="0"/>
              </a:spcAft>
              <a:buSzPts val="800"/>
              <a:buFont typeface="Work Sans"/>
              <a:buChar char="■"/>
              <a:defRPr/>
            </a:lvl6pPr>
            <a:lvl7pPr indent="-279400" lvl="6" marL="3200400">
              <a:spcBef>
                <a:spcPts val="0"/>
              </a:spcBef>
              <a:spcAft>
                <a:spcPts val="0"/>
              </a:spcAft>
              <a:buSzPts val="800"/>
              <a:buFont typeface="Work Sans"/>
              <a:buChar char="●"/>
              <a:defRPr/>
            </a:lvl7pPr>
            <a:lvl8pPr indent="-279400" lvl="7" marL="3657600">
              <a:spcBef>
                <a:spcPts val="0"/>
              </a:spcBef>
              <a:spcAft>
                <a:spcPts val="0"/>
              </a:spcAft>
              <a:buSzPts val="800"/>
              <a:buFont typeface="Work Sans"/>
              <a:buChar char="○"/>
              <a:defRPr/>
            </a:lvl8pPr>
            <a:lvl9pPr indent="-279400" lvl="8" marL="4114800">
              <a:spcBef>
                <a:spcPts val="0"/>
              </a:spcBef>
              <a:spcAft>
                <a:spcPts val="0"/>
              </a:spcAft>
              <a:buSzPts val="800"/>
              <a:buFont typeface="Work Sans"/>
              <a:buChar char="■"/>
              <a:defRPr/>
            </a:lvl9pPr>
          </a:lstStyle>
          <a:p/>
        </p:txBody>
      </p:sp>
      <p:sp>
        <p:nvSpPr>
          <p:cNvPr id="516" name="Google Shape;516;p57"/>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517" name="Google Shape;517;p57"/>
          <p:cNvSpPr/>
          <p:nvPr>
            <p:ph idx="3" type="pic"/>
          </p:nvPr>
        </p:nvSpPr>
        <p:spPr>
          <a:xfrm>
            <a:off x="3191400" y="237725"/>
            <a:ext cx="1900800" cy="1900800"/>
          </a:xfrm>
          <a:prstGeom prst="rect">
            <a:avLst/>
          </a:prstGeom>
          <a:noFill/>
          <a:ln>
            <a:noFill/>
          </a:ln>
        </p:spPr>
      </p:sp>
      <p:sp>
        <p:nvSpPr>
          <p:cNvPr id="518" name="Google Shape;518;p57"/>
          <p:cNvSpPr/>
          <p:nvPr>
            <p:ph idx="4" type="pic"/>
          </p:nvPr>
        </p:nvSpPr>
        <p:spPr>
          <a:xfrm>
            <a:off x="6660675" y="475200"/>
            <a:ext cx="2226300" cy="3803400"/>
          </a:xfrm>
          <a:prstGeom prst="rect">
            <a:avLst/>
          </a:prstGeom>
          <a:noFill/>
          <a:ln>
            <a:noFill/>
          </a:ln>
        </p:spPr>
      </p:sp>
      <p:sp>
        <p:nvSpPr>
          <p:cNvPr id="519" name="Google Shape;519;p57"/>
          <p:cNvSpPr/>
          <p:nvPr>
            <p:ph idx="5" type="pic"/>
          </p:nvPr>
        </p:nvSpPr>
        <p:spPr>
          <a:xfrm>
            <a:off x="3191400" y="2613600"/>
            <a:ext cx="3240600" cy="1665000"/>
          </a:xfrm>
          <a:prstGeom prst="rect">
            <a:avLst/>
          </a:prstGeom>
          <a:noFill/>
          <a:ln>
            <a:noFill/>
          </a:ln>
        </p:spPr>
      </p:sp>
      <p:sp>
        <p:nvSpPr>
          <p:cNvPr id="520" name="Google Shape;520;p57"/>
          <p:cNvSpPr txBox="1"/>
          <p:nvPr>
            <p:ph type="title"/>
          </p:nvPr>
        </p:nvSpPr>
        <p:spPr>
          <a:xfrm>
            <a:off x="438912" y="612648"/>
            <a:ext cx="2277300" cy="97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Work Sans Black"/>
              <a:buNone/>
              <a:defRPr>
                <a:solidFill>
                  <a:schemeClr val="dk1"/>
                </a:solidFill>
              </a:defRPr>
            </a:lvl1pPr>
            <a:lvl2pPr lvl="1">
              <a:spcBef>
                <a:spcPts val="0"/>
              </a:spcBef>
              <a:spcAft>
                <a:spcPts val="0"/>
              </a:spcAft>
              <a:buClr>
                <a:schemeClr val="lt2"/>
              </a:buClr>
              <a:buSzPts val="2800"/>
              <a:buFont typeface="Work Sans Black"/>
              <a:buNone/>
              <a:defRPr/>
            </a:lvl2pPr>
            <a:lvl3pPr lvl="2">
              <a:spcBef>
                <a:spcPts val="0"/>
              </a:spcBef>
              <a:spcAft>
                <a:spcPts val="0"/>
              </a:spcAft>
              <a:buClr>
                <a:schemeClr val="lt2"/>
              </a:buClr>
              <a:buSzPts val="2800"/>
              <a:buFont typeface="Work Sans Black"/>
              <a:buNone/>
              <a:defRPr/>
            </a:lvl3pPr>
            <a:lvl4pPr lvl="3">
              <a:spcBef>
                <a:spcPts val="0"/>
              </a:spcBef>
              <a:spcAft>
                <a:spcPts val="0"/>
              </a:spcAft>
              <a:buClr>
                <a:schemeClr val="lt2"/>
              </a:buClr>
              <a:buSzPts val="2800"/>
              <a:buFont typeface="Work Sans Black"/>
              <a:buNone/>
              <a:defRPr/>
            </a:lvl4pPr>
            <a:lvl5pPr lvl="4">
              <a:spcBef>
                <a:spcPts val="0"/>
              </a:spcBef>
              <a:spcAft>
                <a:spcPts val="0"/>
              </a:spcAft>
              <a:buClr>
                <a:schemeClr val="lt2"/>
              </a:buClr>
              <a:buSzPts val="2800"/>
              <a:buFont typeface="Work Sans Black"/>
              <a:buNone/>
              <a:defRPr/>
            </a:lvl5pPr>
            <a:lvl6pPr lvl="5">
              <a:spcBef>
                <a:spcPts val="0"/>
              </a:spcBef>
              <a:spcAft>
                <a:spcPts val="0"/>
              </a:spcAft>
              <a:buClr>
                <a:schemeClr val="lt2"/>
              </a:buClr>
              <a:buSzPts val="2800"/>
              <a:buFont typeface="Work Sans Black"/>
              <a:buNone/>
              <a:defRPr/>
            </a:lvl6pPr>
            <a:lvl7pPr lvl="6">
              <a:spcBef>
                <a:spcPts val="0"/>
              </a:spcBef>
              <a:spcAft>
                <a:spcPts val="0"/>
              </a:spcAft>
              <a:buClr>
                <a:schemeClr val="lt2"/>
              </a:buClr>
              <a:buSzPts val="2800"/>
              <a:buFont typeface="Work Sans Black"/>
              <a:buNone/>
              <a:defRPr/>
            </a:lvl7pPr>
            <a:lvl8pPr lvl="7">
              <a:spcBef>
                <a:spcPts val="0"/>
              </a:spcBef>
              <a:spcAft>
                <a:spcPts val="0"/>
              </a:spcAft>
              <a:buClr>
                <a:schemeClr val="lt2"/>
              </a:buClr>
              <a:buSzPts val="2800"/>
              <a:buFont typeface="Work Sans Black"/>
              <a:buNone/>
              <a:defRPr/>
            </a:lvl8pPr>
            <a:lvl9pPr lvl="8">
              <a:spcBef>
                <a:spcPts val="0"/>
              </a:spcBef>
              <a:spcAft>
                <a:spcPts val="0"/>
              </a:spcAft>
              <a:buClr>
                <a:schemeClr val="lt2"/>
              </a:buClr>
              <a:buSzPts val="2800"/>
              <a:buFont typeface="Work Sans Black"/>
              <a:buNone/>
              <a:defRPr/>
            </a:lvl9pPr>
          </a:lstStyle>
          <a:p/>
        </p:txBody>
      </p:sp>
      <p:sp>
        <p:nvSpPr>
          <p:cNvPr id="521" name="Google Shape;521;p57"/>
          <p:cNvSpPr txBox="1"/>
          <p:nvPr>
            <p:ph idx="6"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522" name="Google Shape;522;p57"/>
          <p:cNvSpPr txBox="1"/>
          <p:nvPr>
            <p:ph idx="7"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523" name="Google Shape;523;p57"/>
          <p:cNvSpPr txBox="1"/>
          <p:nvPr>
            <p:ph idx="8"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524" name="Google Shape;524;p57"/>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
        <p:nvSpPr>
          <p:cNvPr id="525" name="Google Shape;525;p57"/>
          <p:cNvSpPr txBox="1"/>
          <p:nvPr>
            <p:ph idx="9" type="body"/>
          </p:nvPr>
        </p:nvSpPr>
        <p:spPr>
          <a:xfrm>
            <a:off x="3191400" y="4416313"/>
            <a:ext cx="32406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1pPr>
            <a:lvl2pPr indent="-279400" lvl="1" marL="9144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2pPr>
            <a:lvl3pPr indent="-279400" lvl="2" marL="13716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3pPr>
            <a:lvl4pPr indent="-279400" lvl="3" marL="18288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4pPr>
            <a:lvl5pPr indent="-279400" lvl="4" marL="22860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5pPr>
            <a:lvl6pPr indent="-279400" lvl="5" marL="27432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6pPr>
            <a:lvl7pPr indent="-279400" lvl="6" marL="32004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7pPr>
            <a:lvl8pPr indent="-279400" lvl="7" marL="36576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8pPr>
            <a:lvl9pPr indent="-279400" lvl="8" marL="41148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9pPr>
          </a:lstStyle>
          <a:p/>
        </p:txBody>
      </p:sp>
      <p:sp>
        <p:nvSpPr>
          <p:cNvPr id="526" name="Google Shape;526;p57"/>
          <p:cNvSpPr txBox="1"/>
          <p:nvPr>
            <p:ph idx="13" type="body"/>
          </p:nvPr>
        </p:nvSpPr>
        <p:spPr>
          <a:xfrm>
            <a:off x="6660600" y="4416313"/>
            <a:ext cx="22263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1pPr>
            <a:lvl2pPr indent="-279400" lvl="1" marL="9144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2pPr>
            <a:lvl3pPr indent="-279400" lvl="2" marL="13716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3pPr>
            <a:lvl4pPr indent="-279400" lvl="3" marL="18288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4pPr>
            <a:lvl5pPr indent="-279400" lvl="4" marL="22860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5pPr>
            <a:lvl6pPr indent="-279400" lvl="5" marL="27432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6pPr>
            <a:lvl7pPr indent="-279400" lvl="6" marL="32004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7pPr>
            <a:lvl8pPr indent="-279400" lvl="7" marL="36576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8pPr>
            <a:lvl9pPr indent="-279400" lvl="8" marL="41148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9pPr>
          </a:lstStyle>
          <a:p/>
        </p:txBody>
      </p:sp>
      <p:sp>
        <p:nvSpPr>
          <p:cNvPr id="527" name="Google Shape;527;p57"/>
          <p:cNvSpPr txBox="1"/>
          <p:nvPr>
            <p:ph idx="14" type="body"/>
          </p:nvPr>
        </p:nvSpPr>
        <p:spPr>
          <a:xfrm>
            <a:off x="3190925" y="2280350"/>
            <a:ext cx="1900800" cy="1188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1pPr>
            <a:lvl2pPr indent="-279400" lvl="1" marL="9144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2pPr>
            <a:lvl3pPr indent="-279400" lvl="2" marL="13716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3pPr>
            <a:lvl4pPr indent="-279400" lvl="3" marL="18288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4pPr>
            <a:lvl5pPr indent="-279400" lvl="4" marL="22860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5pPr>
            <a:lvl6pPr indent="-279400" lvl="5" marL="27432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6pPr>
            <a:lvl7pPr indent="-279400" lvl="6" marL="32004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7pPr>
            <a:lvl8pPr indent="-279400" lvl="7" marL="36576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8pPr>
            <a:lvl9pPr indent="-279400" lvl="8" marL="4114800">
              <a:spcBef>
                <a:spcPts val="0"/>
              </a:spcBef>
              <a:spcAft>
                <a:spcPts val="0"/>
              </a:spcAft>
              <a:buClr>
                <a:schemeClr val="lt2"/>
              </a:buClr>
              <a:buSzPts val="800"/>
              <a:buFont typeface="Work Sans Black"/>
              <a:buChar char="■"/>
              <a:defRPr>
                <a:solidFill>
                  <a:schemeClr val="lt2"/>
                </a:solidFill>
                <a:latin typeface="Work Sans Black"/>
                <a:ea typeface="Work Sans Black"/>
                <a:cs typeface="Work Sans Black"/>
                <a:sym typeface="Work Sans Black"/>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mages">
  <p:cSld name="CUSTOM_1">
    <p:spTree>
      <p:nvGrpSpPr>
        <p:cNvPr id="528" name="Shape 528"/>
        <p:cNvGrpSpPr/>
        <p:nvPr/>
      </p:nvGrpSpPr>
      <p:grpSpPr>
        <a:xfrm>
          <a:off x="0" y="0"/>
          <a:ext cx="0" cy="0"/>
          <a:chOff x="0" y="0"/>
          <a:chExt cx="0" cy="0"/>
        </a:xfrm>
      </p:grpSpPr>
      <p:sp>
        <p:nvSpPr>
          <p:cNvPr id="529" name="Google Shape;529;p58"/>
          <p:cNvSpPr/>
          <p:nvPr>
            <p:ph idx="2" type="pic"/>
          </p:nvPr>
        </p:nvSpPr>
        <p:spPr>
          <a:xfrm>
            <a:off x="228450" y="237725"/>
            <a:ext cx="2733300" cy="4276500"/>
          </a:xfrm>
          <a:prstGeom prst="rect">
            <a:avLst/>
          </a:prstGeom>
          <a:noFill/>
          <a:ln>
            <a:noFill/>
          </a:ln>
        </p:spPr>
      </p:sp>
      <p:sp>
        <p:nvSpPr>
          <p:cNvPr id="530" name="Google Shape;530;p58"/>
          <p:cNvSpPr/>
          <p:nvPr>
            <p:ph idx="3" type="pic"/>
          </p:nvPr>
        </p:nvSpPr>
        <p:spPr>
          <a:xfrm>
            <a:off x="3191038" y="237725"/>
            <a:ext cx="2733300" cy="4276500"/>
          </a:xfrm>
          <a:prstGeom prst="rect">
            <a:avLst/>
          </a:prstGeom>
          <a:noFill/>
          <a:ln>
            <a:noFill/>
          </a:ln>
        </p:spPr>
      </p:sp>
      <p:sp>
        <p:nvSpPr>
          <p:cNvPr id="531" name="Google Shape;531;p58"/>
          <p:cNvSpPr/>
          <p:nvPr>
            <p:ph idx="4" type="pic"/>
          </p:nvPr>
        </p:nvSpPr>
        <p:spPr>
          <a:xfrm>
            <a:off x="6153613" y="237725"/>
            <a:ext cx="2733300" cy="4276500"/>
          </a:xfrm>
          <a:prstGeom prst="rect">
            <a:avLst/>
          </a:prstGeom>
          <a:noFill/>
          <a:ln>
            <a:noFill/>
          </a:ln>
        </p:spPr>
      </p:sp>
      <p:sp>
        <p:nvSpPr>
          <p:cNvPr id="532" name="Google Shape;532;p58"/>
          <p:cNvSpPr txBox="1"/>
          <p:nvPr>
            <p:ph idx="12" type="sldNum"/>
          </p:nvPr>
        </p:nvSpPr>
        <p:spPr>
          <a:xfrm>
            <a:off x="226300" y="4886025"/>
            <a:ext cx="456600" cy="1692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
        <p:nvSpPr>
          <p:cNvPr id="533" name="Google Shape;533;p58"/>
          <p:cNvSpPr txBox="1"/>
          <p:nvPr>
            <p:ph idx="1" type="body"/>
          </p:nvPr>
        </p:nvSpPr>
        <p:spPr>
          <a:xfrm>
            <a:off x="1655064" y="4911250"/>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534" name="Google Shape;534;p58"/>
          <p:cNvSpPr txBox="1"/>
          <p:nvPr>
            <p:ph idx="5" type="body"/>
          </p:nvPr>
        </p:nvSpPr>
        <p:spPr>
          <a:xfrm>
            <a:off x="4480560" y="4911225"/>
            <a:ext cx="2030100" cy="118800"/>
          </a:xfrm>
          <a:prstGeom prst="rect">
            <a:avLst/>
          </a:prstGeom>
        </p:spPr>
        <p:txBody>
          <a:bodyPr anchorCtr="0" anchor="t" bIns="0" lIns="0" spcFirstLastPara="1" rIns="0" wrap="square" tIns="0">
            <a:noAutofit/>
          </a:bodyPr>
          <a:lstStyle>
            <a:lvl1pPr indent="-279400" lvl="0" marL="457200" algn="ctr">
              <a:spcBef>
                <a:spcPts val="0"/>
              </a:spcBef>
              <a:spcAft>
                <a:spcPts val="0"/>
              </a:spcAft>
              <a:buClr>
                <a:schemeClr val="lt2"/>
              </a:buClr>
              <a:buSzPts val="800"/>
              <a:buChar char="●"/>
              <a:defRPr>
                <a:solidFill>
                  <a:schemeClr val="lt2"/>
                </a:solidFill>
              </a:defRPr>
            </a:lvl1pPr>
            <a:lvl2pPr indent="-279400" lvl="1" marL="914400" algn="ctr">
              <a:spcBef>
                <a:spcPts val="0"/>
              </a:spcBef>
              <a:spcAft>
                <a:spcPts val="0"/>
              </a:spcAft>
              <a:buClr>
                <a:schemeClr val="lt2"/>
              </a:buClr>
              <a:buSzPts val="800"/>
              <a:buChar char="○"/>
              <a:defRPr>
                <a:solidFill>
                  <a:schemeClr val="lt2"/>
                </a:solidFill>
              </a:defRPr>
            </a:lvl2pPr>
            <a:lvl3pPr indent="-279400" lvl="2" marL="1371600" algn="ctr">
              <a:spcBef>
                <a:spcPts val="0"/>
              </a:spcBef>
              <a:spcAft>
                <a:spcPts val="0"/>
              </a:spcAft>
              <a:buClr>
                <a:schemeClr val="lt2"/>
              </a:buClr>
              <a:buSzPts val="800"/>
              <a:buChar char="■"/>
              <a:defRPr>
                <a:solidFill>
                  <a:schemeClr val="lt2"/>
                </a:solidFill>
              </a:defRPr>
            </a:lvl3pPr>
            <a:lvl4pPr indent="-279400" lvl="3" marL="1828800" algn="ctr">
              <a:spcBef>
                <a:spcPts val="0"/>
              </a:spcBef>
              <a:spcAft>
                <a:spcPts val="0"/>
              </a:spcAft>
              <a:buClr>
                <a:schemeClr val="lt2"/>
              </a:buClr>
              <a:buSzPts val="800"/>
              <a:buChar char="●"/>
              <a:defRPr>
                <a:solidFill>
                  <a:schemeClr val="lt2"/>
                </a:solidFill>
              </a:defRPr>
            </a:lvl4pPr>
            <a:lvl5pPr indent="-279400" lvl="4" marL="2286000" algn="ctr">
              <a:spcBef>
                <a:spcPts val="0"/>
              </a:spcBef>
              <a:spcAft>
                <a:spcPts val="0"/>
              </a:spcAft>
              <a:buClr>
                <a:schemeClr val="lt2"/>
              </a:buClr>
              <a:buSzPts val="800"/>
              <a:buChar char="○"/>
              <a:defRPr>
                <a:solidFill>
                  <a:schemeClr val="lt2"/>
                </a:solidFill>
              </a:defRPr>
            </a:lvl5pPr>
            <a:lvl6pPr indent="-279400" lvl="5" marL="2743200" algn="ctr">
              <a:spcBef>
                <a:spcPts val="0"/>
              </a:spcBef>
              <a:spcAft>
                <a:spcPts val="0"/>
              </a:spcAft>
              <a:buClr>
                <a:schemeClr val="lt2"/>
              </a:buClr>
              <a:buSzPts val="800"/>
              <a:buChar char="■"/>
              <a:defRPr>
                <a:solidFill>
                  <a:schemeClr val="lt2"/>
                </a:solidFill>
              </a:defRPr>
            </a:lvl6pPr>
            <a:lvl7pPr indent="-279400" lvl="6" marL="3200400" algn="ctr">
              <a:spcBef>
                <a:spcPts val="0"/>
              </a:spcBef>
              <a:spcAft>
                <a:spcPts val="0"/>
              </a:spcAft>
              <a:buClr>
                <a:schemeClr val="lt2"/>
              </a:buClr>
              <a:buSzPts val="800"/>
              <a:buChar char="●"/>
              <a:defRPr>
                <a:solidFill>
                  <a:schemeClr val="lt2"/>
                </a:solidFill>
              </a:defRPr>
            </a:lvl7pPr>
            <a:lvl8pPr indent="-279400" lvl="7" marL="3657600" algn="ctr">
              <a:spcBef>
                <a:spcPts val="0"/>
              </a:spcBef>
              <a:spcAft>
                <a:spcPts val="0"/>
              </a:spcAft>
              <a:buClr>
                <a:schemeClr val="lt2"/>
              </a:buClr>
              <a:buSzPts val="800"/>
              <a:buChar char="○"/>
              <a:defRPr>
                <a:solidFill>
                  <a:schemeClr val="lt2"/>
                </a:solidFill>
              </a:defRPr>
            </a:lvl8pPr>
            <a:lvl9pPr indent="-279400" lvl="8" marL="4114800" algn="ctr">
              <a:spcBef>
                <a:spcPts val="0"/>
              </a:spcBef>
              <a:spcAft>
                <a:spcPts val="0"/>
              </a:spcAft>
              <a:buClr>
                <a:schemeClr val="lt2"/>
              </a:buClr>
              <a:buSzPts val="800"/>
              <a:buChar char="■"/>
              <a:defRPr>
                <a:solidFill>
                  <a:schemeClr val="lt2"/>
                </a:solidFill>
              </a:defRPr>
            </a:lvl9pPr>
          </a:lstStyle>
          <a:p/>
        </p:txBody>
      </p:sp>
      <p:sp>
        <p:nvSpPr>
          <p:cNvPr id="535" name="Google Shape;535;p58"/>
          <p:cNvSpPr txBox="1"/>
          <p:nvPr>
            <p:ph idx="6" type="body"/>
          </p:nvPr>
        </p:nvSpPr>
        <p:spPr>
          <a:xfrm>
            <a:off x="6858000" y="4911225"/>
            <a:ext cx="2030100" cy="118800"/>
          </a:xfrm>
          <a:prstGeom prst="rect">
            <a:avLst/>
          </a:prstGeom>
        </p:spPr>
        <p:txBody>
          <a:bodyPr anchorCtr="0" anchor="t" bIns="0" lIns="0" spcFirstLastPara="1" rIns="0" wrap="square" tIns="0">
            <a:noAutofit/>
          </a:bodyPr>
          <a:lstStyle>
            <a:lvl1pPr indent="-279400" lvl="0" marL="457200" algn="r">
              <a:spcBef>
                <a:spcPts val="0"/>
              </a:spcBef>
              <a:spcAft>
                <a:spcPts val="0"/>
              </a:spcAft>
              <a:buClr>
                <a:schemeClr val="lt2"/>
              </a:buClr>
              <a:buSzPts val="800"/>
              <a:buChar char="●"/>
              <a:defRPr>
                <a:solidFill>
                  <a:schemeClr val="lt2"/>
                </a:solidFill>
              </a:defRPr>
            </a:lvl1pPr>
            <a:lvl2pPr indent="-279400" lvl="1" marL="914400" algn="r">
              <a:spcBef>
                <a:spcPts val="0"/>
              </a:spcBef>
              <a:spcAft>
                <a:spcPts val="0"/>
              </a:spcAft>
              <a:buClr>
                <a:schemeClr val="lt2"/>
              </a:buClr>
              <a:buSzPts val="800"/>
              <a:buChar char="○"/>
              <a:defRPr>
                <a:solidFill>
                  <a:schemeClr val="lt2"/>
                </a:solidFill>
              </a:defRPr>
            </a:lvl2pPr>
            <a:lvl3pPr indent="-279400" lvl="2" marL="1371600" algn="r">
              <a:spcBef>
                <a:spcPts val="0"/>
              </a:spcBef>
              <a:spcAft>
                <a:spcPts val="0"/>
              </a:spcAft>
              <a:buClr>
                <a:schemeClr val="lt2"/>
              </a:buClr>
              <a:buSzPts val="800"/>
              <a:buChar char="■"/>
              <a:defRPr>
                <a:solidFill>
                  <a:schemeClr val="lt2"/>
                </a:solidFill>
              </a:defRPr>
            </a:lvl3pPr>
            <a:lvl4pPr indent="-279400" lvl="3" marL="1828800" algn="r">
              <a:spcBef>
                <a:spcPts val="0"/>
              </a:spcBef>
              <a:spcAft>
                <a:spcPts val="0"/>
              </a:spcAft>
              <a:buClr>
                <a:schemeClr val="lt2"/>
              </a:buClr>
              <a:buSzPts val="800"/>
              <a:buChar char="●"/>
              <a:defRPr>
                <a:solidFill>
                  <a:schemeClr val="lt2"/>
                </a:solidFill>
              </a:defRPr>
            </a:lvl4pPr>
            <a:lvl5pPr indent="-279400" lvl="4" marL="2286000" algn="r">
              <a:spcBef>
                <a:spcPts val="0"/>
              </a:spcBef>
              <a:spcAft>
                <a:spcPts val="0"/>
              </a:spcAft>
              <a:buClr>
                <a:schemeClr val="lt2"/>
              </a:buClr>
              <a:buSzPts val="800"/>
              <a:buChar char="○"/>
              <a:defRPr>
                <a:solidFill>
                  <a:schemeClr val="lt2"/>
                </a:solidFill>
              </a:defRPr>
            </a:lvl5pPr>
            <a:lvl6pPr indent="-279400" lvl="5" marL="2743200" algn="r">
              <a:spcBef>
                <a:spcPts val="0"/>
              </a:spcBef>
              <a:spcAft>
                <a:spcPts val="0"/>
              </a:spcAft>
              <a:buClr>
                <a:schemeClr val="lt2"/>
              </a:buClr>
              <a:buSzPts val="800"/>
              <a:buChar char="■"/>
              <a:defRPr>
                <a:solidFill>
                  <a:schemeClr val="lt2"/>
                </a:solidFill>
              </a:defRPr>
            </a:lvl6pPr>
            <a:lvl7pPr indent="-279400" lvl="6" marL="3200400" algn="r">
              <a:spcBef>
                <a:spcPts val="0"/>
              </a:spcBef>
              <a:spcAft>
                <a:spcPts val="0"/>
              </a:spcAft>
              <a:buClr>
                <a:schemeClr val="lt2"/>
              </a:buClr>
              <a:buSzPts val="800"/>
              <a:buChar char="●"/>
              <a:defRPr>
                <a:solidFill>
                  <a:schemeClr val="lt2"/>
                </a:solidFill>
              </a:defRPr>
            </a:lvl7pPr>
            <a:lvl8pPr indent="-279400" lvl="7" marL="3657600" algn="r">
              <a:spcBef>
                <a:spcPts val="0"/>
              </a:spcBef>
              <a:spcAft>
                <a:spcPts val="0"/>
              </a:spcAft>
              <a:buClr>
                <a:schemeClr val="lt2"/>
              </a:buClr>
              <a:buSzPts val="800"/>
              <a:buChar char="○"/>
              <a:defRPr>
                <a:solidFill>
                  <a:schemeClr val="lt2"/>
                </a:solidFill>
              </a:defRPr>
            </a:lvl8pPr>
            <a:lvl9pPr indent="-279400" lvl="8" marL="4114800" algn="r">
              <a:spcBef>
                <a:spcPts val="0"/>
              </a:spcBef>
              <a:spcAft>
                <a:spcPts val="0"/>
              </a:spcAft>
              <a:buClr>
                <a:schemeClr val="lt2"/>
              </a:buClr>
              <a:buSzPts val="800"/>
              <a:buChar char="■"/>
              <a:defRPr>
                <a:solidFill>
                  <a:schemeClr val="lt2"/>
                </a:solidFill>
              </a:defRPr>
            </a:lvl9pPr>
          </a:lstStyle>
          <a:p/>
        </p:txBody>
      </p:sp>
      <p:cxnSp>
        <p:nvCxnSpPr>
          <p:cNvPr id="536" name="Google Shape;536;p58"/>
          <p:cNvCxnSpPr/>
          <p:nvPr/>
        </p:nvCxnSpPr>
        <p:spPr>
          <a:xfrm rot="10800000">
            <a:off x="226300" y="4788100"/>
            <a:ext cx="8667600" cy="0"/>
          </a:xfrm>
          <a:prstGeom prst="straightConnector1">
            <a:avLst/>
          </a:prstGeom>
          <a:noFill/>
          <a:ln cap="flat" cmpd="sng" w="76200">
            <a:solidFill>
              <a:schemeClr val="dk2"/>
            </a:solidFill>
            <a:prstDash val="solid"/>
            <a:round/>
            <a:headEnd len="med" w="med" type="none"/>
            <a:tailEnd len="med" w="med"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537" name="Shape 5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3.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49575" y="634948"/>
            <a:ext cx="2277000" cy="667200"/>
          </a:xfrm>
          <a:prstGeom prst="rect">
            <a:avLst/>
          </a:prstGeom>
          <a:noFill/>
          <a:ln>
            <a:noFill/>
          </a:ln>
        </p:spPr>
        <p:txBody>
          <a:bodyPr anchorCtr="0" anchor="t" bIns="0" lIns="0" spcFirstLastPara="1" rIns="0" wrap="square" tIns="0">
            <a:noAutofit/>
          </a:bodyPr>
          <a:lstStyle>
            <a:lvl1pPr lvl="0">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1pPr>
            <a:lvl2pPr lvl="1">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2pPr>
            <a:lvl3pPr lvl="2">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3pPr>
            <a:lvl4pPr lvl="3">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4pPr>
            <a:lvl5pPr lvl="4">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5pPr>
            <a:lvl6pPr lvl="5">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6pPr>
            <a:lvl7pPr lvl="6">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7pPr>
            <a:lvl8pPr lvl="7">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8pPr>
            <a:lvl9pPr lvl="8">
              <a:lnSpc>
                <a:spcPct val="75000"/>
              </a:lnSpc>
              <a:spcBef>
                <a:spcPts val="0"/>
              </a:spcBef>
              <a:spcAft>
                <a:spcPts val="0"/>
              </a:spcAft>
              <a:buClr>
                <a:schemeClr val="lt2"/>
              </a:buClr>
              <a:buSzPts val="2800"/>
              <a:buFont typeface="Work Sans Black"/>
              <a:buNone/>
              <a:defRPr sz="2800">
                <a:solidFill>
                  <a:schemeClr val="lt2"/>
                </a:solidFill>
                <a:latin typeface="Work Sans Black"/>
                <a:ea typeface="Work Sans Black"/>
                <a:cs typeface="Work Sans Black"/>
                <a:sym typeface="Work Sans Black"/>
              </a:defRPr>
            </a:lvl9pPr>
          </a:lstStyle>
          <a:p/>
        </p:txBody>
      </p:sp>
      <p:sp>
        <p:nvSpPr>
          <p:cNvPr id="52" name="Google Shape;52;p13"/>
          <p:cNvSpPr txBox="1"/>
          <p:nvPr>
            <p:ph idx="1" type="body"/>
          </p:nvPr>
        </p:nvSpPr>
        <p:spPr>
          <a:xfrm>
            <a:off x="449575" y="3121200"/>
            <a:ext cx="8433300" cy="1180800"/>
          </a:xfrm>
          <a:prstGeom prst="rect">
            <a:avLst/>
          </a:prstGeom>
          <a:noFill/>
          <a:ln>
            <a:noFill/>
          </a:ln>
        </p:spPr>
        <p:txBody>
          <a:bodyPr anchorCtr="0" anchor="b" bIns="0" lIns="0" spcFirstLastPara="1" rIns="0" wrap="square" tIns="0">
            <a:noAutofit/>
          </a:bodyPr>
          <a:lstStyle>
            <a:lvl1pPr indent="-279400" lvl="0" marL="4572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1pPr>
            <a:lvl2pPr indent="-279400" lvl="1" marL="9144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2pPr>
            <a:lvl3pPr indent="-279400" lvl="2" marL="13716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3pPr>
            <a:lvl4pPr indent="-279400" lvl="3" marL="18288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4pPr>
            <a:lvl5pPr indent="-279400" lvl="4" marL="22860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5pPr>
            <a:lvl6pPr indent="-279400" lvl="5" marL="27432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6pPr>
            <a:lvl7pPr indent="-279400" lvl="6" marL="32004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7pPr>
            <a:lvl8pPr indent="-279400" lvl="7" marL="36576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8pPr>
            <a:lvl9pPr indent="-279400" lvl="8" marL="4114800">
              <a:spcBef>
                <a:spcPts val="0"/>
              </a:spcBef>
              <a:spcAft>
                <a:spcPts val="0"/>
              </a:spcAft>
              <a:buClr>
                <a:schemeClr val="dk1"/>
              </a:buClr>
              <a:buSzPts val="800"/>
              <a:buFont typeface="Work Sans"/>
              <a:buChar char="■"/>
              <a:defRPr sz="800">
                <a:solidFill>
                  <a:schemeClr val="dk1"/>
                </a:solidFill>
                <a:latin typeface="Work Sans"/>
                <a:ea typeface="Work Sans"/>
                <a:cs typeface="Work Sans"/>
                <a:sym typeface="Work Sans"/>
              </a:defRPr>
            </a:lvl9pPr>
          </a:lstStyle>
          <a:p/>
        </p:txBody>
      </p:sp>
      <p:sp>
        <p:nvSpPr>
          <p:cNvPr id="53" name="Google Shape;53;p13"/>
          <p:cNvSpPr txBox="1"/>
          <p:nvPr>
            <p:ph idx="12" type="sldNum"/>
          </p:nvPr>
        </p:nvSpPr>
        <p:spPr>
          <a:xfrm>
            <a:off x="226300" y="4886025"/>
            <a:ext cx="456600" cy="169200"/>
          </a:xfrm>
          <a:prstGeom prst="rect">
            <a:avLst/>
          </a:prstGeom>
          <a:noFill/>
          <a:ln>
            <a:noFill/>
          </a:ln>
        </p:spPr>
        <p:txBody>
          <a:bodyPr anchorCtr="0" anchor="ctr" bIns="0" lIns="0" spcFirstLastPara="1" rIns="0" wrap="square" tIns="0">
            <a:noAutofit/>
          </a:bodyPr>
          <a:lstStyle>
            <a:lvl1pPr lvl="0" rtl="0">
              <a:buNone/>
              <a:defRPr sz="1100">
                <a:solidFill>
                  <a:schemeClr val="lt2"/>
                </a:solidFill>
                <a:latin typeface="Work Sans Black"/>
                <a:ea typeface="Work Sans Black"/>
                <a:cs typeface="Work Sans Black"/>
                <a:sym typeface="Work Sans Black"/>
              </a:defRPr>
            </a:lvl1pPr>
            <a:lvl2pPr lvl="1" rtl="0">
              <a:buNone/>
              <a:defRPr sz="1100">
                <a:solidFill>
                  <a:schemeClr val="lt2"/>
                </a:solidFill>
                <a:latin typeface="Work Sans Black"/>
                <a:ea typeface="Work Sans Black"/>
                <a:cs typeface="Work Sans Black"/>
                <a:sym typeface="Work Sans Black"/>
              </a:defRPr>
            </a:lvl2pPr>
            <a:lvl3pPr lvl="2" rtl="0">
              <a:buNone/>
              <a:defRPr sz="1100">
                <a:solidFill>
                  <a:schemeClr val="lt2"/>
                </a:solidFill>
                <a:latin typeface="Work Sans Black"/>
                <a:ea typeface="Work Sans Black"/>
                <a:cs typeface="Work Sans Black"/>
                <a:sym typeface="Work Sans Black"/>
              </a:defRPr>
            </a:lvl3pPr>
            <a:lvl4pPr lvl="3" rtl="0">
              <a:buNone/>
              <a:defRPr sz="1100">
                <a:solidFill>
                  <a:schemeClr val="lt2"/>
                </a:solidFill>
                <a:latin typeface="Work Sans Black"/>
                <a:ea typeface="Work Sans Black"/>
                <a:cs typeface="Work Sans Black"/>
                <a:sym typeface="Work Sans Black"/>
              </a:defRPr>
            </a:lvl4pPr>
            <a:lvl5pPr lvl="4" rtl="0">
              <a:buNone/>
              <a:defRPr sz="1100">
                <a:solidFill>
                  <a:schemeClr val="lt2"/>
                </a:solidFill>
                <a:latin typeface="Work Sans Black"/>
                <a:ea typeface="Work Sans Black"/>
                <a:cs typeface="Work Sans Black"/>
                <a:sym typeface="Work Sans Black"/>
              </a:defRPr>
            </a:lvl5pPr>
            <a:lvl6pPr lvl="5" rtl="0">
              <a:buNone/>
              <a:defRPr sz="1100">
                <a:solidFill>
                  <a:schemeClr val="lt2"/>
                </a:solidFill>
                <a:latin typeface="Work Sans Black"/>
                <a:ea typeface="Work Sans Black"/>
                <a:cs typeface="Work Sans Black"/>
                <a:sym typeface="Work Sans Black"/>
              </a:defRPr>
            </a:lvl6pPr>
            <a:lvl7pPr lvl="6" rtl="0">
              <a:buNone/>
              <a:defRPr sz="1100">
                <a:solidFill>
                  <a:schemeClr val="lt2"/>
                </a:solidFill>
                <a:latin typeface="Work Sans Black"/>
                <a:ea typeface="Work Sans Black"/>
                <a:cs typeface="Work Sans Black"/>
                <a:sym typeface="Work Sans Black"/>
              </a:defRPr>
            </a:lvl7pPr>
            <a:lvl8pPr lvl="7" rtl="0">
              <a:buNone/>
              <a:defRPr sz="1100">
                <a:solidFill>
                  <a:schemeClr val="lt2"/>
                </a:solidFill>
                <a:latin typeface="Work Sans Black"/>
                <a:ea typeface="Work Sans Black"/>
                <a:cs typeface="Work Sans Black"/>
                <a:sym typeface="Work Sans Black"/>
              </a:defRPr>
            </a:lvl8pPr>
            <a:lvl9pPr lvl="8" rtl="0">
              <a:buNone/>
              <a:defRPr sz="1100">
                <a:solidFill>
                  <a:schemeClr val="lt2"/>
                </a:solidFill>
                <a:latin typeface="Work Sans Black"/>
                <a:ea typeface="Work Sans Black"/>
                <a:cs typeface="Work Sans Black"/>
                <a:sym typeface="Work Sans Black"/>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0">
          <p15:clr>
            <a:srgbClr val="E46962"/>
          </p15:clr>
        </p15:guide>
        <p15:guide id="2" orient="horz" pos="2845">
          <p15:clr>
            <a:srgbClr val="E46962"/>
          </p15:clr>
        </p15:guide>
        <p15:guide id="3" pos="144">
          <p15:clr>
            <a:srgbClr val="E46962"/>
          </p15:clr>
        </p15:guide>
        <p15:guide id="4" pos="467">
          <p15:clr>
            <a:srgbClr val="E46962"/>
          </p15:clr>
        </p15:guide>
        <p15:guide id="5" pos="611">
          <p15:clr>
            <a:srgbClr val="E46962"/>
          </p15:clr>
        </p15:guide>
        <p15:guide id="6" pos="933">
          <p15:clr>
            <a:srgbClr val="E46962"/>
          </p15:clr>
        </p15:guide>
        <p15:guide id="7" pos="1077">
          <p15:clr>
            <a:srgbClr val="E46962"/>
          </p15:clr>
        </p15:guide>
        <p15:guide id="8" pos="1400">
          <p15:clr>
            <a:srgbClr val="E46962"/>
          </p15:clr>
        </p15:guide>
        <p15:guide id="9" pos="1544">
          <p15:clr>
            <a:srgbClr val="E46962"/>
          </p15:clr>
        </p15:guide>
        <p15:guide id="10" pos="1866">
          <p15:clr>
            <a:srgbClr val="E46962"/>
          </p15:clr>
        </p15:guide>
        <p15:guide id="11" pos="2010">
          <p15:clr>
            <a:srgbClr val="E46962"/>
          </p15:clr>
        </p15:guide>
        <p15:guide id="12" pos="2477">
          <p15:clr>
            <a:srgbClr val="E46962"/>
          </p15:clr>
        </p15:guide>
        <p15:guide id="13" pos="2333">
          <p15:clr>
            <a:srgbClr val="E46962"/>
          </p15:clr>
        </p15:guide>
        <p15:guide id="14" pos="2799">
          <p15:clr>
            <a:srgbClr val="E46962"/>
          </p15:clr>
        </p15:guide>
        <p15:guide id="15" pos="3266">
          <p15:clr>
            <a:srgbClr val="E46962"/>
          </p15:clr>
        </p15:guide>
        <p15:guide id="16" pos="2943">
          <p15:clr>
            <a:srgbClr val="E46962"/>
          </p15:clr>
        </p15:guide>
        <p15:guide id="17" pos="3729">
          <p15:clr>
            <a:srgbClr val="E46962"/>
          </p15:clr>
        </p15:guide>
        <p15:guide id="18" pos="3410">
          <p15:clr>
            <a:srgbClr val="E46962"/>
          </p15:clr>
        </p15:guide>
        <p15:guide id="19" pos="4196">
          <p15:clr>
            <a:srgbClr val="E46962"/>
          </p15:clr>
        </p15:guide>
        <p15:guide id="20" pos="3873">
          <p15:clr>
            <a:srgbClr val="E46962"/>
          </p15:clr>
        </p15:guide>
        <p15:guide id="21" pos="4340">
          <p15:clr>
            <a:srgbClr val="E46962"/>
          </p15:clr>
        </p15:guide>
        <p15:guide id="22" pos="4806">
          <p15:clr>
            <a:srgbClr val="E46962"/>
          </p15:clr>
        </p15:guide>
        <p15:guide id="23" pos="4662">
          <p15:clr>
            <a:srgbClr val="E46962"/>
          </p15:clr>
        </p15:guide>
        <p15:guide id="24" pos="5273">
          <p15:clr>
            <a:srgbClr val="E46962"/>
          </p15:clr>
        </p15:guide>
        <p15:guide id="25" pos="5129">
          <p15:clr>
            <a:srgbClr val="E46962"/>
          </p15:clr>
        </p15:guide>
        <p15:guide id="26" pos="5595">
          <p15:clr>
            <a:srgbClr val="E46962"/>
          </p15:clr>
        </p15:guide>
        <p15:guide id="27" orient="horz" pos="299">
          <p15:clr>
            <a:srgbClr val="E46962"/>
          </p15:clr>
        </p15:guide>
        <p15:guide id="28" orient="horz" pos="449">
          <p15:clr>
            <a:srgbClr val="E46962"/>
          </p15:clr>
        </p15:guide>
        <p15:guide id="29" orient="horz" pos="599">
          <p15:clr>
            <a:srgbClr val="E46962"/>
          </p15:clr>
        </p15:guide>
        <p15:guide id="30" orient="horz" pos="748">
          <p15:clr>
            <a:srgbClr val="E46962"/>
          </p15:clr>
        </p15:guide>
        <p15:guide id="31" orient="horz" pos="898">
          <p15:clr>
            <a:srgbClr val="E46962"/>
          </p15:clr>
        </p15:guide>
        <p15:guide id="32" orient="horz" pos="1048">
          <p15:clr>
            <a:srgbClr val="E46962"/>
          </p15:clr>
        </p15:guide>
        <p15:guide id="33" orient="horz" pos="1197">
          <p15:clr>
            <a:srgbClr val="E46962"/>
          </p15:clr>
        </p15:guide>
        <p15:guide id="34" orient="horz" pos="1347">
          <p15:clr>
            <a:srgbClr val="E46962"/>
          </p15:clr>
        </p15:guide>
        <p15:guide id="35" orient="horz" pos="1497">
          <p15:clr>
            <a:srgbClr val="E46962"/>
          </p15:clr>
        </p15:guide>
        <p15:guide id="36" orient="horz" pos="1646">
          <p15:clr>
            <a:srgbClr val="E46962"/>
          </p15:clr>
        </p15:guide>
        <p15:guide id="37" orient="horz" pos="1796">
          <p15:clr>
            <a:srgbClr val="E46962"/>
          </p15:clr>
        </p15:guide>
        <p15:guide id="38" orient="horz" pos="1947">
          <p15:clr>
            <a:srgbClr val="E46962"/>
          </p15:clr>
        </p15:guide>
        <p15:guide id="39" orient="horz" pos="2097">
          <p15:clr>
            <a:srgbClr val="E46962"/>
          </p15:clr>
        </p15:guide>
        <p15:guide id="40" orient="horz" pos="2246">
          <p15:clr>
            <a:srgbClr val="E46962"/>
          </p15:clr>
        </p15:guide>
        <p15:guide id="41" orient="horz" pos="2396">
          <p15:clr>
            <a:srgbClr val="E46962"/>
          </p15:clr>
        </p15:guide>
        <p15:guide id="42" orient="horz" pos="2546">
          <p15:clr>
            <a:srgbClr val="E46962"/>
          </p15:clr>
        </p15:guide>
        <p15:guide id="43" orient="horz" pos="2695">
          <p15:clr>
            <a:srgbClr val="E46962"/>
          </p15:clr>
        </p15:guide>
        <p15:guide id="44" orient="horz" pos="2995">
          <p15:clr>
            <a:srgbClr val="E46962"/>
          </p15:clr>
        </p15:guide>
        <p15:guide id="45" orient="horz" pos="313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xml"/><Relationship Id="rId3" Type="http://schemas.openxmlformats.org/officeDocument/2006/relationships/hyperlink" Target="https://www.kaggle.com/datasets/mohammedslimane/ecommerce-orders" TargetMode="External"/><Relationship Id="rId4" Type="http://schemas.openxmlformats.org/officeDocument/2006/relationships/hyperlink" Target="https://www.kaggle.com/datasets/mohammedslimane/ecommerce-orders" TargetMode="External"/><Relationship Id="rId5" Type="http://schemas.openxmlformats.org/officeDocument/2006/relationships/hyperlink" Target="https://colab.research.google.com/drive/1_Awx0SATGQOZ00DP_4dFPJr51cUGa64c?usp=drive_lin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6.png"/><Relationship Id="rId5"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33.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3.xml"/><Relationship Id="rId3" Type="http://schemas.openxmlformats.org/officeDocument/2006/relationships/hyperlink" Target="https://www.kaggle.com/datasets/mohammedslimane/ecommerce-orders" TargetMode="External"/><Relationship Id="rId4" Type="http://schemas.openxmlformats.org/officeDocument/2006/relationships/hyperlink" Target="https://www.kaggle.com/datasets/mohammedslimane/ecommerce-orders" TargetMode="External"/><Relationship Id="rId5" Type="http://schemas.openxmlformats.org/officeDocument/2006/relationships/hyperlink" Target="https://colab.research.google.com/drive/1_Awx0SATGQOZ00DP_4dFPJr51cUGa64c?usp=drive_link" TargetMode="External"/><Relationship Id="rId6" Type="http://schemas.openxmlformats.org/officeDocument/2006/relationships/hyperlink" Target="https://docs.google.com/document/d/14KUmif4HbGjWogMXD8aBqieRtqCgcXoKudznn_m582s/edit?usp=shari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0"/>
          <p:cNvSpPr txBox="1"/>
          <p:nvPr>
            <p:ph idx="4294967295" type="title"/>
          </p:nvPr>
        </p:nvSpPr>
        <p:spPr>
          <a:xfrm>
            <a:off x="2024675" y="712800"/>
            <a:ext cx="5811900" cy="1147800"/>
          </a:xfrm>
          <a:prstGeom prst="rect">
            <a:avLst/>
          </a:prstGeom>
        </p:spPr>
        <p:txBody>
          <a:bodyPr anchorCtr="0" anchor="t" bIns="0" lIns="0" spcFirstLastPara="1" rIns="0" wrap="square" tIns="0">
            <a:noAutofit/>
          </a:bodyPr>
          <a:lstStyle/>
          <a:p>
            <a:pPr indent="0" lvl="0" marL="0" rtl="0" algn="ctr">
              <a:lnSpc>
                <a:spcPct val="115000"/>
              </a:lnSpc>
              <a:spcBef>
                <a:spcPts val="1200"/>
              </a:spcBef>
              <a:spcAft>
                <a:spcPts val="0"/>
              </a:spcAft>
              <a:buClr>
                <a:schemeClr val="dk1"/>
              </a:buClr>
              <a:buSzPts val="1100"/>
              <a:buFont typeface="Arial"/>
              <a:buNone/>
            </a:pPr>
            <a:r>
              <a:rPr b="1" lang="en" sz="2400" u="sng">
                <a:solidFill>
                  <a:schemeClr val="dk1"/>
                </a:solidFill>
                <a:latin typeface="Arial"/>
                <a:ea typeface="Arial"/>
                <a:cs typeface="Arial"/>
                <a:sym typeface="Arial"/>
              </a:rPr>
              <a:t>E-Commerce Orders Data Analysis </a:t>
            </a:r>
            <a:endParaRPr b="1" sz="2400" u="sng">
              <a:solidFill>
                <a:schemeClr val="dk1"/>
              </a:solidFill>
              <a:latin typeface="Arial"/>
              <a:ea typeface="Arial"/>
              <a:cs typeface="Arial"/>
              <a:sym typeface="Arial"/>
            </a:endParaRPr>
          </a:p>
          <a:p>
            <a:pPr indent="0" lvl="0" marL="0" rtl="0" algn="ctr">
              <a:lnSpc>
                <a:spcPct val="115000"/>
              </a:lnSpc>
              <a:spcBef>
                <a:spcPts val="1200"/>
              </a:spcBef>
              <a:spcAft>
                <a:spcPts val="1200"/>
              </a:spcAft>
              <a:buClr>
                <a:schemeClr val="dk1"/>
              </a:buClr>
              <a:buSzPts val="1100"/>
              <a:buFont typeface="Arial"/>
              <a:buNone/>
            </a:pPr>
            <a:r>
              <a:t/>
            </a:r>
            <a:endParaRPr b="1" sz="1900" u="sng">
              <a:solidFill>
                <a:schemeClr val="dk1"/>
              </a:solidFill>
              <a:latin typeface="Arial"/>
              <a:ea typeface="Arial"/>
              <a:cs typeface="Arial"/>
              <a:sym typeface="Arial"/>
            </a:endParaRPr>
          </a:p>
        </p:txBody>
      </p:sp>
      <p:sp>
        <p:nvSpPr>
          <p:cNvPr id="543" name="Google Shape;543;p60"/>
          <p:cNvSpPr txBox="1"/>
          <p:nvPr/>
        </p:nvSpPr>
        <p:spPr>
          <a:xfrm>
            <a:off x="3758775" y="2262175"/>
            <a:ext cx="2161200" cy="1046700"/>
          </a:xfrm>
          <a:prstGeom prst="rect">
            <a:avLst/>
          </a:prstGeom>
          <a:noFill/>
          <a:ln>
            <a:noFill/>
          </a:ln>
        </p:spPr>
        <p:txBody>
          <a:bodyPr anchorCtr="0" anchor="t" bIns="91425" lIns="91425" spcFirstLastPara="1" rIns="91425" wrap="square" tIns="91425">
            <a:spAutoFit/>
          </a:bodyPr>
          <a:lstStyle/>
          <a:p>
            <a:pPr indent="-219075" lvl="0" marL="0" rtl="0" algn="just">
              <a:lnSpc>
                <a:spcPct val="140000"/>
              </a:lnSpc>
              <a:spcBef>
                <a:spcPts val="0"/>
              </a:spcBef>
              <a:spcAft>
                <a:spcPts val="0"/>
              </a:spcAft>
              <a:buNone/>
            </a:pPr>
            <a:r>
              <a:rPr b="1" lang="en" sz="2000">
                <a:solidFill>
                  <a:srgbClr val="6D64E8"/>
                </a:solidFill>
                <a:latin typeface="Roboto"/>
                <a:ea typeface="Roboto"/>
                <a:cs typeface="Roboto"/>
                <a:sym typeface="Roboto"/>
              </a:rPr>
              <a:t>     </a:t>
            </a:r>
            <a:r>
              <a:rPr b="1" lang="en" sz="2000">
                <a:solidFill>
                  <a:srgbClr val="6D64E8"/>
                </a:solidFill>
                <a:latin typeface="Roboto"/>
                <a:ea typeface="Roboto"/>
                <a:cs typeface="Roboto"/>
                <a:sym typeface="Roboto"/>
              </a:rPr>
              <a:t>NPower Canada </a:t>
            </a:r>
            <a:endParaRPr b="1" sz="2000">
              <a:solidFill>
                <a:srgbClr val="6D64E8"/>
              </a:solidFill>
              <a:latin typeface="Roboto"/>
              <a:ea typeface="Roboto"/>
              <a:cs typeface="Roboto"/>
              <a:sym typeface="Roboto"/>
            </a:endParaRPr>
          </a:p>
          <a:p>
            <a:pPr indent="-219075" lvl="0" marL="0" rtl="0" algn="just">
              <a:spcBef>
                <a:spcPts val="0"/>
              </a:spcBef>
              <a:spcAft>
                <a:spcPts val="0"/>
              </a:spcAft>
              <a:buNone/>
            </a:pPr>
            <a:r>
              <a:rPr lang="en" sz="1000">
                <a:solidFill>
                  <a:srgbClr val="666666"/>
                </a:solidFill>
                <a:latin typeface="Roboto"/>
                <a:ea typeface="Roboto"/>
                <a:cs typeface="Roboto"/>
                <a:sym typeface="Roboto"/>
              </a:rPr>
              <a:t>       </a:t>
            </a:r>
            <a:r>
              <a:rPr lang="en">
                <a:solidFill>
                  <a:srgbClr val="666666"/>
                </a:solidFill>
                <a:latin typeface="Roboto"/>
                <a:ea typeface="Roboto"/>
                <a:cs typeface="Roboto"/>
                <a:sym typeface="Roboto"/>
              </a:rPr>
              <a:t>  </a:t>
            </a:r>
            <a:r>
              <a:rPr b="1" lang="en">
                <a:solidFill>
                  <a:srgbClr val="666666"/>
                </a:solidFill>
                <a:latin typeface="Roboto"/>
                <a:ea typeface="Roboto"/>
                <a:cs typeface="Roboto"/>
                <a:sym typeface="Roboto"/>
              </a:rPr>
              <a:t> </a:t>
            </a:r>
            <a:r>
              <a:rPr b="1" lang="en">
                <a:solidFill>
                  <a:srgbClr val="666666"/>
                </a:solidFill>
                <a:latin typeface="Roboto"/>
                <a:ea typeface="Roboto"/>
                <a:cs typeface="Roboto"/>
                <a:sym typeface="Roboto"/>
              </a:rPr>
              <a:t>AIDA20263T3A</a:t>
            </a:r>
            <a:endParaRPr b="1">
              <a:solidFill>
                <a:srgbClr val="666666"/>
              </a:solidFill>
              <a:latin typeface="Roboto"/>
              <a:ea typeface="Roboto"/>
              <a:cs typeface="Roboto"/>
              <a:sym typeface="Roboto"/>
            </a:endParaRPr>
          </a:p>
          <a:p>
            <a:pPr indent="-219075" lvl="0" marL="0" rtl="0" algn="just">
              <a:spcBef>
                <a:spcPts val="0"/>
              </a:spcBef>
              <a:spcAft>
                <a:spcPts val="0"/>
              </a:spcAft>
              <a:buNone/>
            </a:pPr>
            <a:r>
              <a:rPr b="1" lang="en">
                <a:solidFill>
                  <a:srgbClr val="666666"/>
                </a:solidFill>
                <a:latin typeface="Roboto"/>
                <a:ea typeface="Roboto"/>
                <a:cs typeface="Roboto"/>
                <a:sym typeface="Roboto"/>
              </a:rPr>
              <a:t>        </a:t>
            </a:r>
            <a:r>
              <a:rPr b="1" lang="en">
                <a:solidFill>
                  <a:srgbClr val="666666"/>
                </a:solidFill>
                <a:latin typeface="Roboto"/>
                <a:ea typeface="Roboto"/>
                <a:cs typeface="Roboto"/>
                <a:sym typeface="Roboto"/>
              </a:rPr>
              <a:t>SCRUM Group 5</a:t>
            </a:r>
            <a:endParaRPr b="1">
              <a:solidFill>
                <a:srgbClr val="666666"/>
              </a:solidFill>
              <a:latin typeface="Roboto"/>
              <a:ea typeface="Roboto"/>
              <a:cs typeface="Roboto"/>
              <a:sym typeface="Roboto"/>
            </a:endParaRPr>
          </a:p>
        </p:txBody>
      </p:sp>
      <p:pic>
        <p:nvPicPr>
          <p:cNvPr id="544" name="Google Shape;544;p60"/>
          <p:cNvPicPr preferRelativeResize="0"/>
          <p:nvPr/>
        </p:nvPicPr>
        <p:blipFill>
          <a:blip r:embed="rId3">
            <a:alphaModFix/>
          </a:blip>
          <a:stretch>
            <a:fillRect/>
          </a:stretch>
        </p:blipFill>
        <p:spPr>
          <a:xfrm>
            <a:off x="5025" y="2262175"/>
            <a:ext cx="3409950" cy="2867025"/>
          </a:xfrm>
          <a:prstGeom prst="rect">
            <a:avLst/>
          </a:prstGeom>
          <a:noFill/>
          <a:ln>
            <a:noFill/>
          </a:ln>
        </p:spPr>
      </p:pic>
      <p:pic>
        <p:nvPicPr>
          <p:cNvPr id="545" name="Google Shape;545;p60"/>
          <p:cNvPicPr preferRelativeResize="0"/>
          <p:nvPr/>
        </p:nvPicPr>
        <p:blipFill>
          <a:blip r:embed="rId4">
            <a:alphaModFix/>
          </a:blip>
          <a:stretch>
            <a:fillRect/>
          </a:stretch>
        </p:blipFill>
        <p:spPr>
          <a:xfrm>
            <a:off x="6234550" y="2247888"/>
            <a:ext cx="2790825" cy="2895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1"/>
          <p:cNvSpPr txBox="1"/>
          <p:nvPr/>
        </p:nvSpPr>
        <p:spPr>
          <a:xfrm>
            <a:off x="138150" y="475200"/>
            <a:ext cx="8867700" cy="61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Project Overview</a:t>
            </a:r>
            <a:endParaRPr b="1" sz="2200">
              <a:solidFill>
                <a:schemeClr val="dk1"/>
              </a:solidFill>
            </a:endParaRPr>
          </a:p>
        </p:txBody>
      </p:sp>
      <p:sp>
        <p:nvSpPr>
          <p:cNvPr id="551" name="Google Shape;551;p61"/>
          <p:cNvSpPr txBox="1"/>
          <p:nvPr/>
        </p:nvSpPr>
        <p:spPr>
          <a:xfrm>
            <a:off x="138150" y="1381500"/>
            <a:ext cx="8867700" cy="337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Objective:</a:t>
            </a:r>
            <a:r>
              <a:rPr lang="en">
                <a:solidFill>
                  <a:schemeClr val="dk1"/>
                </a:solidFill>
              </a:rPr>
              <a:t> Understand sales, revenue , returns, customers, payment methods  and order patterns using data analysis.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Dataset:</a:t>
            </a:r>
            <a:r>
              <a:rPr lang="en">
                <a:solidFill>
                  <a:schemeClr val="dk1"/>
                </a:solidFill>
              </a:rPr>
              <a:t> E-commerce orders from multiple countries and product categories.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Tools:</a:t>
            </a:r>
            <a:r>
              <a:rPr lang="en">
                <a:solidFill>
                  <a:schemeClr val="dk1"/>
                </a:solidFill>
              </a:rPr>
              <a:t> Python, Pandas, Matplotlib, Seaborn, Plotly and Dash.</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Workflow</a:t>
            </a:r>
            <a:r>
              <a:rPr lang="en">
                <a:solidFill>
                  <a:schemeClr val="dk1"/>
                </a:solidFill>
              </a:rPr>
              <a:t>: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Raw Data → Data Cleaning → Data Wrangling → Exploratory Data Analysis → Visualization → Interactive Dashboard</a:t>
            </a:r>
            <a:endParaRPr>
              <a:solidFill>
                <a:schemeClr val="dk1"/>
              </a:solidFill>
            </a:endParaRPr>
          </a:p>
          <a:p>
            <a:pPr indent="0" lvl="0" marL="0" rtl="0" algn="l">
              <a:lnSpc>
                <a:spcPct val="115000"/>
              </a:lnSpc>
              <a:spcBef>
                <a:spcPts val="1200"/>
              </a:spcBef>
              <a:spcAft>
                <a:spcPts val="0"/>
              </a:spcAft>
              <a:buNone/>
            </a:pPr>
            <a:r>
              <a:t/>
            </a:r>
            <a:endParaRPr sz="1600">
              <a:solidFill>
                <a:schemeClr val="dk1"/>
              </a:solidFill>
            </a:endParaRPr>
          </a:p>
          <a:p>
            <a:pPr indent="0" lvl="0" marL="457200" rtl="0" algn="just">
              <a:lnSpc>
                <a:spcPct val="140000"/>
              </a:lnSpc>
              <a:spcBef>
                <a:spcPts val="1200"/>
              </a:spcBef>
              <a:spcAft>
                <a:spcPts val="0"/>
              </a:spcAft>
              <a:buNone/>
            </a:pPr>
            <a:r>
              <a:t/>
            </a:r>
            <a:endParaRPr b="1" sz="1600">
              <a:solidFill>
                <a:schemeClr val="dk1"/>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62"/>
          <p:cNvSpPr txBox="1"/>
          <p:nvPr/>
        </p:nvSpPr>
        <p:spPr>
          <a:xfrm>
            <a:off x="740700" y="338100"/>
            <a:ext cx="6967200" cy="61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Key Areas/ Business Problem</a:t>
            </a:r>
            <a:endParaRPr b="1" sz="2200">
              <a:solidFill>
                <a:schemeClr val="dk1"/>
              </a:solidFill>
            </a:endParaRPr>
          </a:p>
        </p:txBody>
      </p:sp>
      <p:sp>
        <p:nvSpPr>
          <p:cNvPr id="557" name="Google Shape;557;p62"/>
          <p:cNvSpPr txBox="1"/>
          <p:nvPr/>
        </p:nvSpPr>
        <p:spPr>
          <a:xfrm>
            <a:off x="696400" y="1145300"/>
            <a:ext cx="7722600" cy="3617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200"/>
              </a:spcBef>
              <a:spcAft>
                <a:spcPts val="0"/>
              </a:spcAft>
              <a:buNone/>
            </a:pPr>
            <a:r>
              <a:rPr lang="en">
                <a:solidFill>
                  <a:schemeClr val="dk1"/>
                </a:solidFill>
              </a:rPr>
              <a:t>Analyze E-Commerce Transaction data to understand:</a:t>
            </a:r>
            <a:endParaRPr>
              <a:solidFill>
                <a:schemeClr val="dk1"/>
              </a:solidFill>
            </a:endParaRPr>
          </a:p>
          <a:p>
            <a:pPr indent="-317500" lvl="0" marL="457200" rtl="0" algn="l">
              <a:lnSpc>
                <a:spcPct val="150000"/>
              </a:lnSpc>
              <a:spcBef>
                <a:spcPts val="1200"/>
              </a:spcBef>
              <a:spcAft>
                <a:spcPts val="0"/>
              </a:spcAft>
              <a:buClr>
                <a:schemeClr val="dk1"/>
              </a:buClr>
              <a:buSzPts val="1400"/>
              <a:buChar char="●"/>
            </a:pPr>
            <a:r>
              <a:rPr lang="en">
                <a:solidFill>
                  <a:schemeClr val="dk1"/>
                </a:solidFill>
              </a:rPr>
              <a:t>Revenue and transaction performance</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Category-level sales performance</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Monthly/yearly revenue trends</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Geographic/customer-location distribution</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Discount and payment-method patterns</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Revenue outliers</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Relationships between transaction variables</a:t>
            </a:r>
            <a:endParaRPr>
              <a:solidFill>
                <a:schemeClr val="dk1"/>
              </a:solidFill>
            </a:endParaRPr>
          </a:p>
          <a:p>
            <a:pPr indent="-317500" lvl="0" marL="457200" rtl="0" algn="l">
              <a:lnSpc>
                <a:spcPct val="150000"/>
              </a:lnSpc>
              <a:spcBef>
                <a:spcPts val="0"/>
              </a:spcBef>
              <a:spcAft>
                <a:spcPts val="0"/>
              </a:spcAft>
              <a:buClr>
                <a:schemeClr val="dk1"/>
              </a:buClr>
              <a:buSzPts val="1400"/>
              <a:buChar char="●"/>
            </a:pPr>
            <a:r>
              <a:rPr lang="en">
                <a:solidFill>
                  <a:schemeClr val="dk1"/>
                </a:solidFill>
              </a:rPr>
              <a:t>Business KPIs through an interactive dashboard</a:t>
            </a:r>
            <a:endParaRPr>
              <a:solidFill>
                <a:schemeClr val="dk1"/>
              </a:solidFill>
            </a:endParaRPr>
          </a:p>
          <a:p>
            <a:pPr indent="0" lvl="0" marL="457200" rtl="0" algn="just">
              <a:lnSpc>
                <a:spcPct val="150000"/>
              </a:lnSpc>
              <a:spcBef>
                <a:spcPts val="1200"/>
              </a:spcBef>
              <a:spcAft>
                <a:spcPts val="0"/>
              </a:spcAft>
              <a:buNone/>
            </a:pPr>
            <a:r>
              <a:t/>
            </a:r>
            <a:endParaRPr b="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3"/>
          <p:cNvSpPr txBox="1"/>
          <p:nvPr/>
        </p:nvSpPr>
        <p:spPr>
          <a:xfrm>
            <a:off x="662775" y="338100"/>
            <a:ext cx="7872900" cy="61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Dataset Details</a:t>
            </a:r>
            <a:endParaRPr b="1" sz="2200">
              <a:solidFill>
                <a:schemeClr val="dk1"/>
              </a:solidFill>
            </a:endParaRPr>
          </a:p>
        </p:txBody>
      </p:sp>
      <p:sp>
        <p:nvSpPr>
          <p:cNvPr id="563" name="Google Shape;563;p63"/>
          <p:cNvSpPr txBox="1"/>
          <p:nvPr/>
        </p:nvSpPr>
        <p:spPr>
          <a:xfrm>
            <a:off x="508450" y="1188000"/>
            <a:ext cx="8027100" cy="4007100"/>
          </a:xfrm>
          <a:prstGeom prst="rect">
            <a:avLst/>
          </a:prstGeom>
          <a:noFill/>
          <a:ln>
            <a:noFill/>
          </a:ln>
        </p:spPr>
        <p:txBody>
          <a:bodyPr anchorCtr="0" anchor="t" bIns="91425" lIns="91425" spcFirstLastPara="1" rIns="91425" wrap="square" tIns="91425">
            <a:spAutoFit/>
          </a:bodyPr>
          <a:lstStyle/>
          <a:p>
            <a:pPr indent="-330200" lvl="0" marL="457200" rtl="0" algn="just">
              <a:lnSpc>
                <a:spcPct val="140000"/>
              </a:lnSpc>
              <a:spcBef>
                <a:spcPts val="1000"/>
              </a:spcBef>
              <a:spcAft>
                <a:spcPts val="0"/>
              </a:spcAft>
              <a:buClr>
                <a:schemeClr val="dk1"/>
              </a:buClr>
              <a:buSzPts val="1600"/>
              <a:buFont typeface="Trebuchet MS"/>
              <a:buChar char="●"/>
            </a:pPr>
            <a:r>
              <a:rPr b="1" lang="en" sz="1600">
                <a:solidFill>
                  <a:schemeClr val="dk1"/>
                </a:solidFill>
              </a:rPr>
              <a:t>Source:</a:t>
            </a:r>
            <a:r>
              <a:rPr lang="en" sz="1600">
                <a:solidFill>
                  <a:schemeClr val="dk1"/>
                </a:solidFill>
              </a:rPr>
              <a:t> Kaggle – E-Commerce Orders</a:t>
            </a:r>
            <a:endParaRPr sz="1600">
              <a:solidFill>
                <a:schemeClr val="dk1"/>
              </a:solidFill>
            </a:endParaRPr>
          </a:p>
          <a:p>
            <a:pPr indent="-330200" lvl="0" marL="457200" rtl="0" algn="just">
              <a:lnSpc>
                <a:spcPct val="140000"/>
              </a:lnSpc>
              <a:spcBef>
                <a:spcPts val="0"/>
              </a:spcBef>
              <a:spcAft>
                <a:spcPts val="0"/>
              </a:spcAft>
              <a:buClr>
                <a:schemeClr val="dk1"/>
              </a:buClr>
              <a:buSzPts val="1600"/>
              <a:buFont typeface="Trebuchet MS"/>
              <a:buChar char="●"/>
            </a:pPr>
            <a:r>
              <a:rPr b="1" lang="en" sz="1600">
                <a:solidFill>
                  <a:schemeClr val="dk1"/>
                </a:solidFill>
              </a:rPr>
              <a:t>Published by:</a:t>
            </a:r>
            <a:r>
              <a:rPr lang="en" sz="1600">
                <a:solidFill>
                  <a:schemeClr val="dk1"/>
                </a:solidFill>
              </a:rPr>
              <a:t> Mohammed Slimane</a:t>
            </a:r>
            <a:endParaRPr sz="1600">
              <a:solidFill>
                <a:schemeClr val="dk1"/>
              </a:solidFill>
            </a:endParaRPr>
          </a:p>
          <a:p>
            <a:pPr indent="-330200" lvl="0" marL="457200" rtl="0" algn="just">
              <a:lnSpc>
                <a:spcPct val="140000"/>
              </a:lnSpc>
              <a:spcBef>
                <a:spcPts val="0"/>
              </a:spcBef>
              <a:spcAft>
                <a:spcPts val="0"/>
              </a:spcAft>
              <a:buClr>
                <a:srgbClr val="666666"/>
              </a:buClr>
              <a:buSzPts val="1600"/>
              <a:buFont typeface="Trebuchet MS"/>
              <a:buChar char="●"/>
            </a:pPr>
            <a:r>
              <a:rPr b="1" lang="en" sz="1600">
                <a:solidFill>
                  <a:schemeClr val="dk1"/>
                </a:solidFill>
              </a:rPr>
              <a:t>Dataset:</a:t>
            </a:r>
            <a:r>
              <a:rPr lang="en" sz="1600">
                <a:solidFill>
                  <a:schemeClr val="dk1"/>
                </a:solidFill>
                <a:uFill>
                  <a:noFill/>
                </a:uFill>
                <a:hlinkClick r:id="rId3">
                  <a:extLst>
                    <a:ext uri="{A12FA001-AC4F-418D-AE19-62706E023703}">
                      <ahyp:hlinkClr val="tx"/>
                    </a:ext>
                  </a:extLst>
                </a:hlinkClick>
              </a:rPr>
              <a:t> </a:t>
            </a:r>
            <a:r>
              <a:rPr lang="en" sz="1600" u="sng">
                <a:solidFill>
                  <a:srgbClr val="1155CC"/>
                </a:solidFill>
                <a:hlinkClick r:id="rId4">
                  <a:extLst>
                    <a:ext uri="{A12FA001-AC4F-418D-AE19-62706E023703}">
                      <ahyp:hlinkClr val="tx"/>
                    </a:ext>
                  </a:extLst>
                </a:hlinkClick>
              </a:rPr>
              <a:t>https://www.kaggle.com/datasets/mohammedslimane/ecommerce-orders</a:t>
            </a:r>
            <a:endParaRPr sz="1600" u="sng">
              <a:solidFill>
                <a:srgbClr val="1155CC"/>
              </a:solidFill>
            </a:endParaRPr>
          </a:p>
          <a:p>
            <a:pPr indent="-330200" lvl="0" marL="457200" rtl="0" algn="just">
              <a:lnSpc>
                <a:spcPct val="140000"/>
              </a:lnSpc>
              <a:spcBef>
                <a:spcPts val="0"/>
              </a:spcBef>
              <a:spcAft>
                <a:spcPts val="0"/>
              </a:spcAft>
              <a:buClr>
                <a:schemeClr val="dk1"/>
              </a:buClr>
              <a:buSzPts val="1600"/>
              <a:buFont typeface="Trebuchet MS"/>
              <a:buChar char="●"/>
            </a:pPr>
            <a:r>
              <a:rPr b="1" lang="en" sz="1600">
                <a:solidFill>
                  <a:schemeClr val="dk1"/>
                </a:solidFill>
              </a:rPr>
              <a:t>Time Period:</a:t>
            </a:r>
            <a:r>
              <a:rPr lang="en" sz="1600">
                <a:solidFill>
                  <a:schemeClr val="dk1"/>
                </a:solidFill>
              </a:rPr>
              <a:t> 2023–2024 </a:t>
            </a:r>
            <a:endParaRPr sz="1600">
              <a:solidFill>
                <a:schemeClr val="dk1"/>
              </a:solidFill>
            </a:endParaRPr>
          </a:p>
          <a:p>
            <a:pPr indent="-330200" lvl="0" marL="457200" rtl="0" algn="just">
              <a:lnSpc>
                <a:spcPct val="140000"/>
              </a:lnSpc>
              <a:spcBef>
                <a:spcPts val="0"/>
              </a:spcBef>
              <a:spcAft>
                <a:spcPts val="0"/>
              </a:spcAft>
              <a:buClr>
                <a:schemeClr val="dk1"/>
              </a:buClr>
              <a:buSzPts val="1600"/>
              <a:buChar char="●"/>
            </a:pPr>
            <a:r>
              <a:rPr b="1" lang="en" sz="1600">
                <a:solidFill>
                  <a:schemeClr val="dk1"/>
                </a:solidFill>
              </a:rPr>
              <a:t>Shape: </a:t>
            </a:r>
            <a:r>
              <a:rPr lang="en" sz="1600">
                <a:solidFill>
                  <a:schemeClr val="dk1"/>
                </a:solidFill>
              </a:rPr>
              <a:t>10,035 rows, 20 columns</a:t>
            </a:r>
            <a:r>
              <a:rPr b="1" lang="en" sz="1600">
                <a:solidFill>
                  <a:schemeClr val="dk1"/>
                </a:solidFill>
              </a:rPr>
              <a:t> </a:t>
            </a:r>
            <a:endParaRPr b="1" sz="1600">
              <a:solidFill>
                <a:schemeClr val="dk1"/>
              </a:solidFill>
            </a:endParaRPr>
          </a:p>
          <a:p>
            <a:pPr indent="-330200" lvl="0" marL="457200" rtl="0" algn="just">
              <a:lnSpc>
                <a:spcPct val="140000"/>
              </a:lnSpc>
              <a:spcBef>
                <a:spcPts val="0"/>
              </a:spcBef>
              <a:spcAft>
                <a:spcPts val="0"/>
              </a:spcAft>
              <a:buClr>
                <a:schemeClr val="dk1"/>
              </a:buClr>
              <a:buSzPts val="1600"/>
              <a:buFont typeface="Trebuchet MS"/>
              <a:buChar char="●"/>
            </a:pPr>
            <a:r>
              <a:rPr b="1" lang="en" sz="1600">
                <a:solidFill>
                  <a:schemeClr val="dk1"/>
                </a:solidFill>
              </a:rPr>
              <a:t>Data includes:</a:t>
            </a:r>
            <a:r>
              <a:rPr lang="en" sz="1600">
                <a:solidFill>
                  <a:schemeClr val="dk1"/>
                </a:solidFill>
              </a:rPr>
              <a:t> Order, customer, product, revenue, return, payment, device, country and marketing-channel information.</a:t>
            </a:r>
            <a:endParaRPr sz="1600">
              <a:solidFill>
                <a:schemeClr val="dk1"/>
              </a:solidFill>
            </a:endParaRPr>
          </a:p>
          <a:p>
            <a:pPr indent="-330200" lvl="0" marL="457200" rtl="0" algn="just">
              <a:lnSpc>
                <a:spcPct val="140000"/>
              </a:lnSpc>
              <a:spcBef>
                <a:spcPts val="0"/>
              </a:spcBef>
              <a:spcAft>
                <a:spcPts val="0"/>
              </a:spcAft>
              <a:buClr>
                <a:schemeClr val="dk1"/>
              </a:buClr>
              <a:buSzPts val="1600"/>
              <a:buFont typeface="Trebuchet MS"/>
              <a:buChar char="●"/>
            </a:pPr>
            <a:r>
              <a:rPr b="1" lang="en" sz="1600">
                <a:solidFill>
                  <a:schemeClr val="dk1"/>
                </a:solidFill>
              </a:rPr>
              <a:t>Analysis focus:</a:t>
            </a:r>
            <a:r>
              <a:rPr lang="en" sz="1600">
                <a:solidFill>
                  <a:schemeClr val="dk1"/>
                </a:solidFill>
              </a:rPr>
              <a:t> Sales performance, customer behaviour and returns.</a:t>
            </a:r>
            <a:endParaRPr sz="1600">
              <a:solidFill>
                <a:schemeClr val="dk1"/>
              </a:solidFill>
            </a:endParaRPr>
          </a:p>
          <a:p>
            <a:pPr indent="-330200" lvl="0" marL="457200" rtl="0" algn="just">
              <a:lnSpc>
                <a:spcPct val="140000"/>
              </a:lnSpc>
              <a:spcBef>
                <a:spcPts val="0"/>
              </a:spcBef>
              <a:spcAft>
                <a:spcPts val="0"/>
              </a:spcAft>
              <a:buClr>
                <a:schemeClr val="dk1"/>
              </a:buClr>
              <a:buSzPts val="1600"/>
              <a:buChar char="●"/>
            </a:pPr>
            <a:r>
              <a:rPr b="1" lang="en" sz="1600">
                <a:solidFill>
                  <a:schemeClr val="dk1"/>
                </a:solidFill>
              </a:rPr>
              <a:t>Collab link :</a:t>
            </a:r>
            <a:r>
              <a:rPr lang="en" sz="1600">
                <a:solidFill>
                  <a:schemeClr val="dk1"/>
                </a:solidFill>
              </a:rPr>
              <a:t> </a:t>
            </a:r>
            <a:r>
              <a:rPr lang="en" sz="1600" u="sng">
                <a:solidFill>
                  <a:schemeClr val="hlink"/>
                </a:solidFill>
                <a:hlinkClick r:id="rId5"/>
              </a:rPr>
              <a:t>E-Commerce Orders Data Analytics</a:t>
            </a:r>
            <a:endParaRPr sz="1600">
              <a:solidFill>
                <a:schemeClr val="dk1"/>
              </a:solidFill>
            </a:endParaRPr>
          </a:p>
          <a:p>
            <a:pPr indent="0" lvl="0" marL="457200" rtl="0" algn="just">
              <a:lnSpc>
                <a:spcPct val="140000"/>
              </a:lnSpc>
              <a:spcBef>
                <a:spcPts val="1000"/>
              </a:spcBef>
              <a:spcAft>
                <a:spcPts val="0"/>
              </a:spcAft>
              <a:buNone/>
            </a:pPr>
            <a:r>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4"/>
          <p:cNvSpPr txBox="1"/>
          <p:nvPr/>
        </p:nvSpPr>
        <p:spPr>
          <a:xfrm>
            <a:off x="960600" y="0"/>
            <a:ext cx="6967200" cy="41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Data Cleaning </a:t>
            </a:r>
            <a:endParaRPr b="1" sz="2200">
              <a:solidFill>
                <a:schemeClr val="dk1"/>
              </a:solidFill>
            </a:endParaRPr>
          </a:p>
        </p:txBody>
      </p:sp>
      <p:sp>
        <p:nvSpPr>
          <p:cNvPr id="569" name="Google Shape;569;p64"/>
          <p:cNvSpPr txBox="1"/>
          <p:nvPr/>
        </p:nvSpPr>
        <p:spPr>
          <a:xfrm>
            <a:off x="107400" y="414000"/>
            <a:ext cx="8929200" cy="4359900"/>
          </a:xfrm>
          <a:prstGeom prst="rect">
            <a:avLst/>
          </a:prstGeom>
          <a:noFill/>
          <a:ln>
            <a:noFill/>
          </a:ln>
        </p:spPr>
        <p:txBody>
          <a:bodyPr anchorCtr="0" anchor="t" bIns="91425" lIns="91425" spcFirstLastPara="1" rIns="91425" wrap="square" tIns="91425">
            <a:spAutoFit/>
          </a:bodyPr>
          <a:lstStyle/>
          <a:p>
            <a:pPr indent="-327025" lvl="0" marL="457200" rtl="0" algn="l">
              <a:lnSpc>
                <a:spcPct val="150000"/>
              </a:lnSpc>
              <a:spcBef>
                <a:spcPts val="1200"/>
              </a:spcBef>
              <a:spcAft>
                <a:spcPts val="0"/>
              </a:spcAft>
              <a:buClr>
                <a:schemeClr val="dk1"/>
              </a:buClr>
              <a:buSzPts val="1550"/>
              <a:buChar char="●"/>
            </a:pPr>
            <a:r>
              <a:rPr lang="en" sz="1550">
                <a:solidFill>
                  <a:schemeClr val="dk1"/>
                </a:solidFill>
              </a:rPr>
              <a:t>Loading the dataset using Pandas/KaggleHub.</a:t>
            </a:r>
            <a:endParaRPr sz="1550">
              <a:solidFill>
                <a:schemeClr val="dk1"/>
              </a:solidFill>
            </a:endParaRPr>
          </a:p>
          <a:p>
            <a:pPr indent="-327025" lvl="0" marL="457200" rtl="0" algn="l">
              <a:lnSpc>
                <a:spcPct val="150000"/>
              </a:lnSpc>
              <a:spcBef>
                <a:spcPts val="0"/>
              </a:spcBef>
              <a:spcAft>
                <a:spcPts val="0"/>
              </a:spcAft>
              <a:buClr>
                <a:schemeClr val="dk1"/>
              </a:buClr>
              <a:buSzPts val="1550"/>
              <a:buFont typeface="Trebuchet MS"/>
              <a:buChar char="●"/>
            </a:pPr>
            <a:r>
              <a:rPr lang="en" sz="1550">
                <a:solidFill>
                  <a:schemeClr val="dk1"/>
                </a:solidFill>
              </a:rPr>
              <a:t>Checking for duplicate orders using </a:t>
            </a:r>
            <a:r>
              <a:rPr lang="en" sz="1550">
                <a:solidFill>
                  <a:srgbClr val="188038"/>
                </a:solidFill>
              </a:rPr>
              <a:t>order_id</a:t>
            </a:r>
            <a:r>
              <a:rPr lang="en" sz="1550">
                <a:solidFill>
                  <a:schemeClr val="dk1"/>
                </a:solidFill>
              </a:rPr>
              <a:t>.</a:t>
            </a:r>
            <a:endParaRPr sz="1550">
              <a:solidFill>
                <a:schemeClr val="dk1"/>
              </a:solidFill>
            </a:endParaRPr>
          </a:p>
          <a:p>
            <a:pPr indent="-327025" lvl="0" marL="457200" rtl="0" algn="l">
              <a:lnSpc>
                <a:spcPct val="150000"/>
              </a:lnSpc>
              <a:spcBef>
                <a:spcPts val="0"/>
              </a:spcBef>
              <a:spcAft>
                <a:spcPts val="0"/>
              </a:spcAft>
              <a:buClr>
                <a:schemeClr val="dk1"/>
              </a:buClr>
              <a:buSzPts val="1550"/>
              <a:buChar char="●"/>
            </a:pPr>
            <a:r>
              <a:rPr lang="en" sz="1550">
                <a:solidFill>
                  <a:schemeClr val="dk1"/>
                </a:solidFill>
              </a:rPr>
              <a:t>Removing duplicate order records.</a:t>
            </a:r>
            <a:endParaRPr sz="1550">
              <a:solidFill>
                <a:schemeClr val="dk1"/>
              </a:solidFill>
            </a:endParaRPr>
          </a:p>
          <a:p>
            <a:pPr indent="-327025" lvl="0" marL="457200" rtl="0" algn="l">
              <a:lnSpc>
                <a:spcPct val="150000"/>
              </a:lnSpc>
              <a:spcBef>
                <a:spcPts val="0"/>
              </a:spcBef>
              <a:spcAft>
                <a:spcPts val="0"/>
              </a:spcAft>
              <a:buClr>
                <a:schemeClr val="dk1"/>
              </a:buClr>
              <a:buSzPts val="1550"/>
              <a:buChar char="●"/>
            </a:pPr>
            <a:r>
              <a:rPr lang="en" sz="1550">
                <a:solidFill>
                  <a:schemeClr val="dk1"/>
                </a:solidFill>
              </a:rPr>
              <a:t>Checking the dataset for missing values.</a:t>
            </a:r>
            <a:endParaRPr sz="1550">
              <a:solidFill>
                <a:schemeClr val="dk1"/>
              </a:solidFill>
            </a:endParaRPr>
          </a:p>
          <a:p>
            <a:pPr indent="-327025" lvl="0" marL="457200" rtl="0" algn="l">
              <a:lnSpc>
                <a:spcPct val="150000"/>
              </a:lnSpc>
              <a:spcBef>
                <a:spcPts val="0"/>
              </a:spcBef>
              <a:spcAft>
                <a:spcPts val="0"/>
              </a:spcAft>
              <a:buClr>
                <a:schemeClr val="dk1"/>
              </a:buClr>
              <a:buSzPts val="1550"/>
              <a:buChar char="●"/>
            </a:pPr>
            <a:r>
              <a:rPr lang="en" sz="1550">
                <a:solidFill>
                  <a:schemeClr val="dk1"/>
                </a:solidFill>
              </a:rPr>
              <a:t>Filling missing country information using the known country associated with the same customer.</a:t>
            </a:r>
            <a:endParaRPr sz="1550">
              <a:solidFill>
                <a:schemeClr val="dk1"/>
              </a:solidFill>
            </a:endParaRPr>
          </a:p>
          <a:p>
            <a:pPr indent="-327025" lvl="0" marL="457200" rtl="0" algn="l">
              <a:lnSpc>
                <a:spcPct val="150000"/>
              </a:lnSpc>
              <a:spcBef>
                <a:spcPts val="0"/>
              </a:spcBef>
              <a:spcAft>
                <a:spcPts val="0"/>
              </a:spcAft>
              <a:buClr>
                <a:schemeClr val="dk1"/>
              </a:buClr>
              <a:buSzPts val="1550"/>
              <a:buChar char="●"/>
            </a:pPr>
            <a:r>
              <a:rPr lang="en" sz="1550">
                <a:solidFill>
                  <a:schemeClr val="dk1"/>
                </a:solidFill>
              </a:rPr>
              <a:t>Filling missing device types using the most frequently used device for each customer.</a:t>
            </a:r>
            <a:endParaRPr sz="1550">
              <a:solidFill>
                <a:schemeClr val="dk1"/>
              </a:solidFill>
            </a:endParaRPr>
          </a:p>
          <a:p>
            <a:pPr indent="-327025" lvl="0" marL="457200" rtl="0" algn="l">
              <a:lnSpc>
                <a:spcPct val="150000"/>
              </a:lnSpc>
              <a:spcBef>
                <a:spcPts val="0"/>
              </a:spcBef>
              <a:spcAft>
                <a:spcPts val="0"/>
              </a:spcAft>
              <a:buClr>
                <a:schemeClr val="dk1"/>
              </a:buClr>
              <a:buSzPts val="1550"/>
              <a:buFont typeface="Trebuchet MS"/>
              <a:buChar char="●"/>
            </a:pPr>
            <a:r>
              <a:rPr lang="en" sz="1550">
                <a:solidFill>
                  <a:schemeClr val="dk1"/>
                </a:solidFill>
              </a:rPr>
              <a:t>Replacing remaining missing categorical values with </a:t>
            </a:r>
            <a:r>
              <a:rPr lang="en" sz="1550">
                <a:solidFill>
                  <a:srgbClr val="188038"/>
                </a:solidFill>
              </a:rPr>
              <a:t>"Unknown"</a:t>
            </a:r>
            <a:r>
              <a:rPr lang="en" sz="1550">
                <a:solidFill>
                  <a:schemeClr val="dk1"/>
                </a:solidFill>
              </a:rPr>
              <a:t> and missing refund amounts with </a:t>
            </a:r>
            <a:r>
              <a:rPr lang="en" sz="1550">
                <a:solidFill>
                  <a:srgbClr val="188038"/>
                </a:solidFill>
              </a:rPr>
              <a:t>0</a:t>
            </a:r>
            <a:r>
              <a:rPr lang="en" sz="1550">
                <a:solidFill>
                  <a:schemeClr val="dk1"/>
                </a:solidFill>
              </a:rPr>
              <a:t>.</a:t>
            </a:r>
            <a:endParaRPr sz="1550">
              <a:solidFill>
                <a:schemeClr val="dk1"/>
              </a:solidFill>
            </a:endParaRPr>
          </a:p>
          <a:p>
            <a:pPr indent="-327025" lvl="0" marL="457200" rtl="0" algn="l">
              <a:lnSpc>
                <a:spcPct val="150000"/>
              </a:lnSpc>
              <a:spcBef>
                <a:spcPts val="0"/>
              </a:spcBef>
              <a:spcAft>
                <a:spcPts val="0"/>
              </a:spcAft>
              <a:buClr>
                <a:schemeClr val="dk1"/>
              </a:buClr>
              <a:buSzPts val="1550"/>
              <a:buFont typeface="Trebuchet MS"/>
              <a:buChar char="●"/>
            </a:pPr>
            <a:r>
              <a:rPr lang="en" sz="1550">
                <a:solidFill>
                  <a:schemeClr val="dk1"/>
                </a:solidFill>
              </a:rPr>
              <a:t>Converting </a:t>
            </a:r>
            <a:r>
              <a:rPr lang="en" sz="1550">
                <a:solidFill>
                  <a:srgbClr val="188038"/>
                </a:solidFill>
              </a:rPr>
              <a:t>order_date</a:t>
            </a:r>
            <a:r>
              <a:rPr lang="en" sz="1550">
                <a:solidFill>
                  <a:schemeClr val="dk1"/>
                </a:solidFill>
              </a:rPr>
              <a:t> and </a:t>
            </a:r>
            <a:r>
              <a:rPr lang="en" sz="1550">
                <a:solidFill>
                  <a:srgbClr val="188038"/>
                </a:solidFill>
              </a:rPr>
              <a:t>signup_date</a:t>
            </a:r>
            <a:r>
              <a:rPr lang="en" sz="1550">
                <a:solidFill>
                  <a:schemeClr val="dk1"/>
                </a:solidFill>
              </a:rPr>
              <a:t> to appropriate datetime formats.</a:t>
            </a:r>
            <a:endParaRPr sz="1550">
              <a:solidFill>
                <a:schemeClr val="dk1"/>
              </a:solidFill>
            </a:endParaRPr>
          </a:p>
          <a:p>
            <a:pPr indent="-327025" lvl="0" marL="457200" rtl="0" algn="l">
              <a:lnSpc>
                <a:spcPct val="150000"/>
              </a:lnSpc>
              <a:spcBef>
                <a:spcPts val="0"/>
              </a:spcBef>
              <a:spcAft>
                <a:spcPts val="0"/>
              </a:spcAft>
              <a:buClr>
                <a:schemeClr val="dk1"/>
              </a:buClr>
              <a:buSzPts val="1550"/>
              <a:buChar char="●"/>
            </a:pPr>
            <a:r>
              <a:rPr lang="en" sz="1550">
                <a:solidFill>
                  <a:schemeClr val="dk1"/>
                </a:solidFill>
              </a:rPr>
              <a:t>Checking all columns for unnecessary leading or trailing spaces.</a:t>
            </a:r>
            <a:endParaRPr sz="1550">
              <a:solidFill>
                <a:schemeClr val="dk1"/>
              </a:solidFill>
            </a:endParaRPr>
          </a:p>
          <a:p>
            <a:pPr indent="-327025" lvl="0" marL="457200" rtl="0" algn="l">
              <a:lnSpc>
                <a:spcPct val="150000"/>
              </a:lnSpc>
              <a:spcBef>
                <a:spcPts val="0"/>
              </a:spcBef>
              <a:spcAft>
                <a:spcPts val="0"/>
              </a:spcAft>
              <a:buClr>
                <a:schemeClr val="dk1"/>
              </a:buClr>
              <a:buSzPts val="1550"/>
              <a:buChar char="●"/>
            </a:pPr>
            <a:r>
              <a:rPr lang="en" sz="1550">
                <a:solidFill>
                  <a:schemeClr val="dk1"/>
                </a:solidFill>
              </a:rPr>
              <a:t>Validating numeric values such as unit price and quantity.</a:t>
            </a:r>
            <a:endParaRPr b="1" sz="1550">
              <a:solidFill>
                <a:schemeClr val="dk1"/>
              </a:solidFill>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id="574" name="Google Shape;574;p65"/>
          <p:cNvPicPr preferRelativeResize="0"/>
          <p:nvPr/>
        </p:nvPicPr>
        <p:blipFill rotWithShape="1">
          <a:blip r:embed="rId3">
            <a:alphaModFix/>
          </a:blip>
          <a:srcRect b="0" l="0" r="0" t="15476"/>
          <a:stretch/>
        </p:blipFill>
        <p:spPr>
          <a:xfrm>
            <a:off x="639825" y="1276475"/>
            <a:ext cx="7730850" cy="3002125"/>
          </a:xfrm>
          <a:prstGeom prst="rect">
            <a:avLst/>
          </a:prstGeom>
          <a:noFill/>
          <a:ln>
            <a:noFill/>
          </a:ln>
        </p:spPr>
      </p:pic>
      <p:sp>
        <p:nvSpPr>
          <p:cNvPr id="575" name="Google Shape;575;p65"/>
          <p:cNvSpPr txBox="1"/>
          <p:nvPr/>
        </p:nvSpPr>
        <p:spPr>
          <a:xfrm>
            <a:off x="740700" y="337950"/>
            <a:ext cx="7798800" cy="61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Exploratory Data Analysis &amp; Feature Engineering</a:t>
            </a:r>
            <a:endParaRPr b="1" sz="2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66"/>
          <p:cNvSpPr txBox="1"/>
          <p:nvPr/>
        </p:nvSpPr>
        <p:spPr>
          <a:xfrm>
            <a:off x="740700" y="536225"/>
            <a:ext cx="7255200" cy="51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dk1"/>
                </a:solidFill>
              </a:rPr>
              <a:t>Features Engineering</a:t>
            </a:r>
            <a:r>
              <a:rPr b="1" lang="en" sz="2200">
                <a:solidFill>
                  <a:schemeClr val="dk1"/>
                </a:solidFill>
              </a:rPr>
              <a:t> </a:t>
            </a:r>
            <a:r>
              <a:rPr b="1" lang="en" sz="2200">
                <a:solidFill>
                  <a:schemeClr val="dk1"/>
                </a:solidFill>
              </a:rPr>
              <a:t>Contents and Rationales</a:t>
            </a:r>
            <a:endParaRPr b="1" sz="2200">
              <a:solidFill>
                <a:schemeClr val="dk1"/>
              </a:solidFill>
            </a:endParaRPr>
          </a:p>
        </p:txBody>
      </p:sp>
      <p:sp>
        <p:nvSpPr>
          <p:cNvPr id="581" name="Google Shape;581;p66"/>
          <p:cNvSpPr txBox="1"/>
          <p:nvPr/>
        </p:nvSpPr>
        <p:spPr>
          <a:xfrm>
            <a:off x="816600" y="1251600"/>
            <a:ext cx="7969500" cy="3719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Work Sans"/>
              <a:buChar char="●"/>
            </a:pPr>
            <a:r>
              <a:rPr b="1" lang="en">
                <a:solidFill>
                  <a:schemeClr val="dk1"/>
                </a:solidFill>
              </a:rPr>
              <a:t>Purpose:</a:t>
            </a:r>
            <a:r>
              <a:rPr lang="en">
                <a:solidFill>
                  <a:schemeClr val="dk1"/>
                </a:solidFill>
              </a:rPr>
              <a:t> Identify key drivers of net revenue and returns across time, customer </a:t>
            </a:r>
            <a:r>
              <a:rPr lang="en">
                <a:solidFill>
                  <a:schemeClr val="dk1"/>
                </a:solidFill>
              </a:rPr>
              <a:t>segments</a:t>
            </a:r>
            <a:r>
              <a:rPr lang="en">
                <a:solidFill>
                  <a:schemeClr val="dk1"/>
                </a:solidFill>
              </a:rPr>
              <a:t>, and purchasing behaviour</a:t>
            </a:r>
            <a:endParaRPr>
              <a:solidFill>
                <a:schemeClr val="dk1"/>
              </a:solidFill>
            </a:endParaRPr>
          </a:p>
          <a:p>
            <a:pPr indent="-317500" lvl="0" marL="457200" rtl="0" algn="l">
              <a:spcBef>
                <a:spcPts val="0"/>
              </a:spcBef>
              <a:spcAft>
                <a:spcPts val="0"/>
              </a:spcAft>
              <a:buClr>
                <a:schemeClr val="dk1"/>
              </a:buClr>
              <a:buSzPts val="1400"/>
              <a:buFont typeface="Work Sans"/>
              <a:buChar char="●"/>
            </a:pPr>
            <a:r>
              <a:rPr b="1" lang="en">
                <a:solidFill>
                  <a:schemeClr val="dk1"/>
                </a:solidFill>
              </a:rPr>
              <a:t>Revenue Metrics</a:t>
            </a:r>
            <a:r>
              <a:rPr lang="en">
                <a:solidFill>
                  <a:schemeClr val="dk1"/>
                </a:solidFill>
              </a:rPr>
              <a:t>:  Gross Revenue, Discount Amount, and Net revenue to measure real sale </a:t>
            </a:r>
            <a:r>
              <a:rPr lang="en">
                <a:solidFill>
                  <a:schemeClr val="dk1"/>
                </a:solidFill>
              </a:rPr>
              <a:t>performance</a:t>
            </a:r>
            <a:r>
              <a:rPr lang="en">
                <a:solidFill>
                  <a:schemeClr val="dk1"/>
                </a:solidFill>
              </a:rPr>
              <a:t> after discounts</a:t>
            </a:r>
            <a:endParaRPr>
              <a:solidFill>
                <a:schemeClr val="dk1"/>
              </a:solidFill>
            </a:endParaRPr>
          </a:p>
          <a:p>
            <a:pPr indent="-317500" lvl="0" marL="457200" rtl="0" algn="l">
              <a:spcBef>
                <a:spcPts val="0"/>
              </a:spcBef>
              <a:spcAft>
                <a:spcPts val="0"/>
              </a:spcAft>
              <a:buClr>
                <a:schemeClr val="dk1"/>
              </a:buClr>
              <a:buSzPts val="1400"/>
              <a:buFont typeface="Work Sans"/>
              <a:buChar char="●"/>
            </a:pPr>
            <a:r>
              <a:rPr b="1" lang="en">
                <a:solidFill>
                  <a:schemeClr val="dk1"/>
                </a:solidFill>
              </a:rPr>
              <a:t>Order Value</a:t>
            </a:r>
            <a:r>
              <a:rPr lang="en">
                <a:solidFill>
                  <a:schemeClr val="dk1"/>
                </a:solidFill>
              </a:rPr>
              <a:t>: Order total, net revenue and shipping cost applied to determine customer’s total transaction value</a:t>
            </a:r>
            <a:endParaRPr>
              <a:solidFill>
                <a:schemeClr val="dk1"/>
              </a:solidFill>
            </a:endParaRPr>
          </a:p>
          <a:p>
            <a:pPr indent="-317500" lvl="0" marL="457200" rtl="0" algn="l">
              <a:spcBef>
                <a:spcPts val="0"/>
              </a:spcBef>
              <a:spcAft>
                <a:spcPts val="0"/>
              </a:spcAft>
              <a:buClr>
                <a:schemeClr val="dk1"/>
              </a:buClr>
              <a:buSzPts val="1400"/>
              <a:buFont typeface="Work Sans"/>
              <a:buChar char="●"/>
            </a:pPr>
            <a:r>
              <a:rPr b="1" lang="en">
                <a:solidFill>
                  <a:schemeClr val="dk1"/>
                </a:solidFill>
              </a:rPr>
              <a:t>Time Features:</a:t>
            </a:r>
            <a:r>
              <a:rPr lang="en">
                <a:solidFill>
                  <a:schemeClr val="dk1"/>
                </a:solidFill>
              </a:rPr>
              <a:t> Extracted Year, Month, Year-Month, Weekdays from order dates to show trends and identify strong/weak shopping periods</a:t>
            </a:r>
            <a:endParaRPr>
              <a:solidFill>
                <a:schemeClr val="dk1"/>
              </a:solidFill>
            </a:endParaRPr>
          </a:p>
          <a:p>
            <a:pPr indent="-317500" lvl="0" marL="457200" rtl="0" algn="l">
              <a:spcBef>
                <a:spcPts val="0"/>
              </a:spcBef>
              <a:spcAft>
                <a:spcPts val="0"/>
              </a:spcAft>
              <a:buClr>
                <a:schemeClr val="dk1"/>
              </a:buClr>
              <a:buSzPts val="1400"/>
              <a:buFont typeface="Work Sans"/>
              <a:buChar char="●"/>
            </a:pPr>
            <a:r>
              <a:rPr b="1" lang="en">
                <a:solidFill>
                  <a:schemeClr val="dk1"/>
                </a:solidFill>
              </a:rPr>
              <a:t>Customer Segments</a:t>
            </a:r>
            <a:r>
              <a:rPr lang="en">
                <a:solidFill>
                  <a:schemeClr val="dk1"/>
                </a:solidFill>
              </a:rPr>
              <a:t>: Divided customers into age groups to </a:t>
            </a:r>
            <a:r>
              <a:rPr lang="en">
                <a:solidFill>
                  <a:schemeClr val="dk1"/>
                </a:solidFill>
              </a:rPr>
              <a:t>investigate</a:t>
            </a:r>
            <a:r>
              <a:rPr lang="en">
                <a:solidFill>
                  <a:schemeClr val="dk1"/>
                </a:solidFill>
              </a:rPr>
              <a:t> purchasing/return behaviour</a:t>
            </a:r>
            <a:endParaRPr>
              <a:solidFill>
                <a:schemeClr val="dk1"/>
              </a:solidFill>
            </a:endParaRPr>
          </a:p>
          <a:p>
            <a:pPr indent="-317500" lvl="0" marL="457200" rtl="0" algn="l">
              <a:spcBef>
                <a:spcPts val="0"/>
              </a:spcBef>
              <a:spcAft>
                <a:spcPts val="0"/>
              </a:spcAft>
              <a:buClr>
                <a:schemeClr val="dk1"/>
              </a:buClr>
              <a:buSzPts val="1400"/>
              <a:buFont typeface="Work Sans"/>
              <a:buChar char="●"/>
            </a:pPr>
            <a:r>
              <a:rPr b="1" lang="en">
                <a:solidFill>
                  <a:schemeClr val="dk1"/>
                </a:solidFill>
              </a:rPr>
              <a:t>Customer loyalty</a:t>
            </a:r>
            <a:r>
              <a:rPr lang="en">
                <a:solidFill>
                  <a:schemeClr val="dk1"/>
                </a:solidFill>
              </a:rPr>
              <a:t>: New vs Returning Customers to determine customer </a:t>
            </a:r>
            <a:r>
              <a:rPr lang="en">
                <a:solidFill>
                  <a:schemeClr val="dk1"/>
                </a:solidFill>
              </a:rPr>
              <a:t>distribution</a:t>
            </a:r>
            <a:endParaRPr>
              <a:solidFill>
                <a:schemeClr val="dk1"/>
              </a:solidFill>
            </a:endParaRPr>
          </a:p>
          <a:p>
            <a:pPr indent="-317500" lvl="0" marL="457200" rtl="0" algn="l">
              <a:spcBef>
                <a:spcPts val="0"/>
              </a:spcBef>
              <a:spcAft>
                <a:spcPts val="0"/>
              </a:spcAft>
              <a:buClr>
                <a:schemeClr val="dk1"/>
              </a:buClr>
              <a:buSzPts val="1400"/>
              <a:buFont typeface="Work Sans"/>
              <a:buChar char="●"/>
            </a:pPr>
            <a:r>
              <a:rPr b="1" lang="en">
                <a:solidFill>
                  <a:schemeClr val="dk1"/>
                </a:solidFill>
              </a:rPr>
              <a:t>Category Cleanup</a:t>
            </a:r>
            <a:r>
              <a:rPr lang="en">
                <a:solidFill>
                  <a:schemeClr val="dk1"/>
                </a:solidFill>
              </a:rPr>
              <a:t>: Payment Method without underscore to look cleaner</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p67" title="Screenshot 2026-09-28 110849.png"/>
          <p:cNvPicPr preferRelativeResize="0"/>
          <p:nvPr/>
        </p:nvPicPr>
        <p:blipFill>
          <a:blip r:embed="rId3">
            <a:alphaModFix/>
          </a:blip>
          <a:stretch>
            <a:fillRect/>
          </a:stretch>
        </p:blipFill>
        <p:spPr>
          <a:xfrm>
            <a:off x="740700" y="111575"/>
            <a:ext cx="7154501" cy="3454226"/>
          </a:xfrm>
          <a:prstGeom prst="rect">
            <a:avLst/>
          </a:prstGeom>
          <a:noFill/>
          <a:ln>
            <a:noFill/>
          </a:ln>
        </p:spPr>
      </p:pic>
      <p:sp>
        <p:nvSpPr>
          <p:cNvPr id="587" name="Google Shape;587;p67"/>
          <p:cNvSpPr txBox="1"/>
          <p:nvPr/>
        </p:nvSpPr>
        <p:spPr>
          <a:xfrm>
            <a:off x="-33300" y="3803400"/>
            <a:ext cx="8955000" cy="1253100"/>
          </a:xfrm>
          <a:prstGeom prst="rect">
            <a:avLst/>
          </a:prstGeom>
          <a:noFill/>
          <a:ln>
            <a:noFill/>
          </a:ln>
        </p:spPr>
        <p:txBody>
          <a:bodyPr anchorCtr="0" anchor="ctr" bIns="91425" lIns="91425" spcFirstLastPara="1" rIns="91425" wrap="square" tIns="91425">
            <a:noAutofit/>
          </a:bodyPr>
          <a:lstStyle/>
          <a:p>
            <a:pPr indent="-304800" lvl="0" marL="457200" rtl="0" algn="just">
              <a:lnSpc>
                <a:spcPct val="150000"/>
              </a:lnSpc>
              <a:spcBef>
                <a:spcPts val="0"/>
              </a:spcBef>
              <a:spcAft>
                <a:spcPts val="0"/>
              </a:spcAft>
              <a:buClr>
                <a:schemeClr val="dk1"/>
              </a:buClr>
              <a:buSzPts val="1200"/>
              <a:buChar char="●"/>
            </a:pPr>
            <a:r>
              <a:rPr lang="en" sz="1200">
                <a:solidFill>
                  <a:schemeClr val="dk1"/>
                </a:solidFill>
              </a:rPr>
              <a:t>2024 falls behind 2023 for much of the year which suggests weaker performance before the late year recovery</a:t>
            </a:r>
            <a:endParaRPr sz="1200">
              <a:solidFill>
                <a:schemeClr val="dk1"/>
              </a:solidFill>
            </a:endParaRPr>
          </a:p>
          <a:p>
            <a:pPr indent="-304800" lvl="0" marL="457200" rtl="0" algn="just">
              <a:lnSpc>
                <a:spcPct val="150000"/>
              </a:lnSpc>
              <a:spcBef>
                <a:spcPts val="0"/>
              </a:spcBef>
              <a:spcAft>
                <a:spcPts val="0"/>
              </a:spcAft>
              <a:buClr>
                <a:schemeClr val="dk1"/>
              </a:buClr>
              <a:buSzPts val="1200"/>
              <a:buChar char="●"/>
            </a:pPr>
            <a:r>
              <a:rPr b="1" lang="en" sz="1200">
                <a:solidFill>
                  <a:schemeClr val="dk1"/>
                </a:solidFill>
              </a:rPr>
              <a:t>November and December 2024 recorded the highest monthly revenue</a:t>
            </a:r>
            <a:r>
              <a:rPr lang="en" sz="1200">
                <a:solidFill>
                  <a:schemeClr val="dk1"/>
                </a:solidFill>
              </a:rPr>
              <a:t>, at approximately $28K+, exceeding the corresponding 2023 values.</a:t>
            </a:r>
            <a:endParaRPr sz="1200">
              <a:solidFill>
                <a:schemeClr val="dk1"/>
              </a:solidFill>
            </a:endParaRPr>
          </a:p>
          <a:p>
            <a:pPr indent="-304800" lvl="0" marL="457200" rtl="0" algn="just">
              <a:lnSpc>
                <a:spcPct val="150000"/>
              </a:lnSpc>
              <a:spcBef>
                <a:spcPts val="0"/>
              </a:spcBef>
              <a:spcAft>
                <a:spcPts val="0"/>
              </a:spcAft>
              <a:buClr>
                <a:schemeClr val="dk1"/>
              </a:buClr>
              <a:buSzPts val="1200"/>
              <a:buChar char="●"/>
            </a:pPr>
            <a:r>
              <a:rPr lang="en" sz="1200">
                <a:solidFill>
                  <a:schemeClr val="dk1"/>
                </a:solidFill>
              </a:rPr>
              <a:t>The strong year-end increase suggests a significant seasonal or promotional effect during the final two months.</a:t>
            </a:r>
            <a:endParaRPr sz="1200">
              <a:solidFill>
                <a:schemeClr val="dk1"/>
              </a:solidFill>
            </a:endParaRPr>
          </a:p>
          <a:p>
            <a:pPr indent="-304800" lvl="0" marL="457200" rtl="0" algn="just">
              <a:lnSpc>
                <a:spcPct val="150000"/>
              </a:lnSpc>
              <a:spcBef>
                <a:spcPts val="0"/>
              </a:spcBef>
              <a:spcAft>
                <a:spcPts val="0"/>
              </a:spcAft>
              <a:buClr>
                <a:schemeClr val="dk1"/>
              </a:buClr>
              <a:buSzPts val="1200"/>
              <a:buChar char="●"/>
            </a:pPr>
            <a:r>
              <a:rPr lang="en" sz="1200">
                <a:solidFill>
                  <a:schemeClr val="dk1"/>
                </a:solidFill>
              </a:rPr>
              <a:t>First 2 months experienced sharp decrease which is due to post holiday slowdown</a:t>
            </a:r>
            <a:endParaRPr sz="1200">
              <a:solidFill>
                <a:schemeClr val="dk1"/>
              </a:solidFill>
            </a:endParaRPr>
          </a:p>
          <a:p>
            <a:pPr indent="0" lvl="0" marL="0" rtl="0" algn="just">
              <a:lnSpc>
                <a:spcPct val="115000"/>
              </a:lnSpc>
              <a:spcBef>
                <a:spcPts val="1000"/>
              </a:spcBef>
              <a:spcAft>
                <a:spcPts val="1000"/>
              </a:spcAft>
              <a:buNone/>
            </a:pPr>
            <a:r>
              <a:t/>
            </a:r>
            <a:endParaRPr b="1" sz="10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pic>
        <p:nvPicPr>
          <p:cNvPr id="592" name="Google Shape;592;p68" title="Screenshot 2026-09-28 111852.png"/>
          <p:cNvPicPr preferRelativeResize="0"/>
          <p:nvPr/>
        </p:nvPicPr>
        <p:blipFill>
          <a:blip r:embed="rId3">
            <a:alphaModFix/>
          </a:blip>
          <a:stretch>
            <a:fillRect/>
          </a:stretch>
        </p:blipFill>
        <p:spPr>
          <a:xfrm>
            <a:off x="721726" y="144725"/>
            <a:ext cx="7755606" cy="3658676"/>
          </a:xfrm>
          <a:prstGeom prst="rect">
            <a:avLst/>
          </a:prstGeom>
          <a:noFill/>
          <a:ln>
            <a:noFill/>
          </a:ln>
        </p:spPr>
      </p:pic>
      <p:sp>
        <p:nvSpPr>
          <p:cNvPr id="593" name="Google Shape;593;p68"/>
          <p:cNvSpPr txBox="1"/>
          <p:nvPr/>
        </p:nvSpPr>
        <p:spPr>
          <a:xfrm>
            <a:off x="160900" y="3890950"/>
            <a:ext cx="8457000" cy="1079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rPr lang="en" sz="1200">
                <a:solidFill>
                  <a:schemeClr val="dk1"/>
                </a:solidFill>
              </a:rPr>
              <a:t>Revenue shows several month-to-month fluctuations rather than a consistent upward trend.</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December 2023 was one of the strongest months</a:t>
            </a:r>
            <a:r>
              <a:rPr lang="en" sz="1200">
                <a:solidFill>
                  <a:schemeClr val="dk1"/>
                </a:solidFill>
              </a:rPr>
              <a:t>, followed by a sharp decline in January–February 2024.</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Revenue recovered progressively from February and March 2024, then stabilized onward.</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The </a:t>
            </a:r>
            <a:r>
              <a:rPr b="1" lang="en" sz="1200">
                <a:solidFill>
                  <a:schemeClr val="dk1"/>
                </a:solidFill>
              </a:rPr>
              <a:t>largest revenue levels occur in November and December 2024</a:t>
            </a:r>
            <a:r>
              <a:rPr lang="en" sz="1200">
                <a:solidFill>
                  <a:schemeClr val="dk1"/>
                </a:solidFill>
              </a:rPr>
              <a:t>, indicating strong year-end performance</a:t>
            </a:r>
            <a:endParaRPr sz="1200">
              <a:solidFill>
                <a:schemeClr val="dk1"/>
              </a:solidFill>
            </a:endParaRPr>
          </a:p>
          <a:p>
            <a:pPr indent="0" lvl="0" marL="457200" marR="0" rtl="0" algn="l">
              <a:lnSpc>
                <a:spcPct val="115000"/>
              </a:lnSpc>
              <a:spcBef>
                <a:spcPts val="1000"/>
              </a:spcBef>
              <a:spcAft>
                <a:spcPts val="1000"/>
              </a:spcAft>
              <a:buNone/>
            </a:pPr>
            <a:r>
              <a:t/>
            </a:r>
            <a:endParaRPr sz="10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pic>
        <p:nvPicPr>
          <p:cNvPr id="598" name="Google Shape;598;p69"/>
          <p:cNvPicPr preferRelativeResize="0"/>
          <p:nvPr/>
        </p:nvPicPr>
        <p:blipFill>
          <a:blip r:embed="rId3">
            <a:alphaModFix/>
          </a:blip>
          <a:stretch>
            <a:fillRect/>
          </a:stretch>
        </p:blipFill>
        <p:spPr>
          <a:xfrm>
            <a:off x="477625" y="155425"/>
            <a:ext cx="8044750" cy="3647974"/>
          </a:xfrm>
          <a:prstGeom prst="rect">
            <a:avLst/>
          </a:prstGeom>
          <a:noFill/>
          <a:ln>
            <a:noFill/>
          </a:ln>
        </p:spPr>
      </p:pic>
      <p:sp>
        <p:nvSpPr>
          <p:cNvPr id="599" name="Google Shape;599;p69"/>
          <p:cNvSpPr txBox="1"/>
          <p:nvPr/>
        </p:nvSpPr>
        <p:spPr>
          <a:xfrm>
            <a:off x="511200" y="3890950"/>
            <a:ext cx="8106600" cy="854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Font typeface="Aptos"/>
              <a:buChar char="●"/>
            </a:pPr>
            <a:r>
              <a:rPr b="1" lang="en">
                <a:solidFill>
                  <a:schemeClr val="dk1"/>
                </a:solidFill>
              </a:rPr>
              <a:t>Sunday generated the highest total net revenue</a:t>
            </a:r>
            <a:r>
              <a:rPr lang="en">
                <a:solidFill>
                  <a:schemeClr val="dk1"/>
                </a:solidFill>
              </a:rPr>
              <a:t>, followed closely by Saturday.</a:t>
            </a:r>
            <a:endParaRPr>
              <a:solidFill>
                <a:schemeClr val="dk1"/>
              </a:solidFill>
            </a:endParaRPr>
          </a:p>
          <a:p>
            <a:pPr indent="-311150" lvl="0" marL="457200" rtl="0" algn="l">
              <a:lnSpc>
                <a:spcPct val="115000"/>
              </a:lnSpc>
              <a:spcBef>
                <a:spcPts val="0"/>
              </a:spcBef>
              <a:spcAft>
                <a:spcPts val="0"/>
              </a:spcAft>
              <a:buClr>
                <a:schemeClr val="dk1"/>
              </a:buClr>
              <a:buSzPts val="1300"/>
              <a:buFont typeface="Aptos"/>
              <a:buChar char="●"/>
            </a:pPr>
            <a:r>
              <a:rPr lang="en">
                <a:solidFill>
                  <a:schemeClr val="dk1"/>
                </a:solidFill>
              </a:rPr>
              <a:t>Wednesday recorded the lowest revenue among the weekdays.</a:t>
            </a:r>
            <a:endParaRPr>
              <a:solidFill>
                <a:schemeClr val="dk1"/>
              </a:solidFill>
            </a:endParaRPr>
          </a:p>
          <a:p>
            <a:pPr indent="-311150" lvl="0" marL="457200" rtl="0" algn="l">
              <a:lnSpc>
                <a:spcPct val="115000"/>
              </a:lnSpc>
              <a:spcBef>
                <a:spcPts val="0"/>
              </a:spcBef>
              <a:spcAft>
                <a:spcPts val="0"/>
              </a:spcAft>
              <a:buClr>
                <a:schemeClr val="dk1"/>
              </a:buClr>
              <a:buSzPts val="1300"/>
              <a:buFont typeface="Aptos"/>
              <a:buChar char="●"/>
            </a:pPr>
            <a:r>
              <a:rPr lang="en">
                <a:solidFill>
                  <a:schemeClr val="dk1"/>
                </a:solidFill>
              </a:rPr>
              <a:t>Revenue increases noticeably toward the weekend.</a:t>
            </a:r>
            <a:endParaRPr>
              <a:solidFill>
                <a:schemeClr val="dk1"/>
              </a:solidFill>
            </a:endParaRPr>
          </a:p>
          <a:p>
            <a:pPr indent="-311150" lvl="0" marL="457200" rtl="0" algn="l">
              <a:lnSpc>
                <a:spcPct val="115000"/>
              </a:lnSpc>
              <a:spcBef>
                <a:spcPts val="0"/>
              </a:spcBef>
              <a:spcAft>
                <a:spcPts val="0"/>
              </a:spcAft>
              <a:buClr>
                <a:schemeClr val="dk1"/>
              </a:buClr>
              <a:buSzPts val="1300"/>
              <a:buFont typeface="Aptos"/>
              <a:buChar char="●"/>
            </a:pPr>
            <a:r>
              <a:rPr lang="en">
                <a:solidFill>
                  <a:schemeClr val="dk1"/>
                </a:solidFill>
              </a:rPr>
              <a:t>This indicates that customer purchasing activity is stronger during </a:t>
            </a:r>
            <a:r>
              <a:rPr b="1" lang="en">
                <a:solidFill>
                  <a:schemeClr val="dk1"/>
                </a:solidFill>
              </a:rPr>
              <a:t>Saturday and Sunday</a:t>
            </a:r>
            <a:r>
              <a:rPr lang="en">
                <a:solidFill>
                  <a:schemeClr val="dk1"/>
                </a:solidFill>
              </a:rPr>
              <a:t>.</a:t>
            </a:r>
            <a:endParaRPr>
              <a:solidFill>
                <a:schemeClr val="dk1"/>
              </a:solidFill>
            </a:endParaRPr>
          </a:p>
          <a:p>
            <a:pPr indent="0" lvl="0" marL="0" marR="0" rtl="0" algn="l">
              <a:lnSpc>
                <a:spcPct val="115000"/>
              </a:lnSpc>
              <a:spcBef>
                <a:spcPts val="1000"/>
              </a:spcBef>
              <a:spcAft>
                <a:spcPts val="1000"/>
              </a:spcAft>
              <a:buNone/>
            </a:pPr>
            <a:r>
              <a:t/>
            </a:r>
            <a:endParaRPr>
              <a:solidFill>
                <a:schemeClr val="dk1"/>
              </a:solidFill>
              <a:latin typeface="Aptos"/>
              <a:ea typeface="Aptos"/>
              <a:cs typeface="Aptos"/>
              <a:sym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0"/>
          <p:cNvSpPr txBox="1"/>
          <p:nvPr/>
        </p:nvSpPr>
        <p:spPr>
          <a:xfrm>
            <a:off x="1737000" y="71225"/>
            <a:ext cx="5414400" cy="453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rPr>
              <a:t>New vs Returning Customer</a:t>
            </a:r>
            <a:endParaRPr b="1" sz="1800">
              <a:solidFill>
                <a:schemeClr val="dk1"/>
              </a:solidFill>
            </a:endParaRPr>
          </a:p>
        </p:txBody>
      </p:sp>
      <p:pic>
        <p:nvPicPr>
          <p:cNvPr id="605" name="Google Shape;605;p70"/>
          <p:cNvPicPr preferRelativeResize="0"/>
          <p:nvPr/>
        </p:nvPicPr>
        <p:blipFill>
          <a:blip r:embed="rId3">
            <a:alphaModFix/>
          </a:blip>
          <a:stretch>
            <a:fillRect/>
          </a:stretch>
        </p:blipFill>
        <p:spPr>
          <a:xfrm>
            <a:off x="0" y="712800"/>
            <a:ext cx="3070175" cy="2700600"/>
          </a:xfrm>
          <a:prstGeom prst="rect">
            <a:avLst/>
          </a:prstGeom>
          <a:noFill/>
          <a:ln>
            <a:noFill/>
          </a:ln>
        </p:spPr>
      </p:pic>
      <p:sp>
        <p:nvSpPr>
          <p:cNvPr id="606" name="Google Shape;606;p70"/>
          <p:cNvSpPr txBox="1"/>
          <p:nvPr/>
        </p:nvSpPr>
        <p:spPr>
          <a:xfrm>
            <a:off x="0" y="3664525"/>
            <a:ext cx="9144000" cy="1479300"/>
          </a:xfrm>
          <a:prstGeom prst="rect">
            <a:avLst/>
          </a:prstGeom>
          <a:noFill/>
          <a:ln>
            <a:noFill/>
          </a:ln>
        </p:spPr>
        <p:txBody>
          <a:bodyPr anchorCtr="0" anchor="t" bIns="91425" lIns="91425" spcFirstLastPara="1" rIns="91425" wrap="square" tIns="91425">
            <a:noAutofit/>
          </a:bodyPr>
          <a:lstStyle/>
          <a:p>
            <a:pPr indent="-307975" lvl="0" marL="457200" rtl="0" algn="l">
              <a:lnSpc>
                <a:spcPct val="100000"/>
              </a:lnSpc>
              <a:spcBef>
                <a:spcPts val="0"/>
              </a:spcBef>
              <a:spcAft>
                <a:spcPts val="0"/>
              </a:spcAft>
              <a:buClr>
                <a:schemeClr val="dk1"/>
              </a:buClr>
              <a:buSzPts val="1250"/>
              <a:buChar char="●"/>
            </a:pPr>
            <a:r>
              <a:rPr b="1" lang="en" sz="1250">
                <a:solidFill>
                  <a:schemeClr val="dk1"/>
                </a:solidFill>
              </a:rPr>
              <a:t>Returning customers account for 75%</a:t>
            </a:r>
            <a:r>
              <a:rPr lang="en" sz="1250">
                <a:solidFill>
                  <a:schemeClr val="dk1"/>
                </a:solidFill>
              </a:rPr>
              <a:t> of the customer volume, compared with 25% for new customers, indicating a strong existing customer base.</a:t>
            </a:r>
            <a:endParaRPr sz="1250">
              <a:solidFill>
                <a:schemeClr val="dk1"/>
              </a:solidFill>
            </a:endParaRPr>
          </a:p>
          <a:p>
            <a:pPr indent="-307975" lvl="0" marL="457200" rtl="0" algn="l">
              <a:lnSpc>
                <a:spcPct val="100000"/>
              </a:lnSpc>
              <a:spcBef>
                <a:spcPts val="1000"/>
              </a:spcBef>
              <a:spcAft>
                <a:spcPts val="0"/>
              </a:spcAft>
              <a:buClr>
                <a:schemeClr val="dk1"/>
              </a:buClr>
              <a:buSzPts val="1250"/>
              <a:buChar char="●"/>
            </a:pPr>
            <a:r>
              <a:rPr lang="en" sz="1250">
                <a:solidFill>
                  <a:schemeClr val="dk1"/>
                </a:solidFill>
              </a:rPr>
              <a:t>Returning customers generated over $300K in revenue, nearly three times the ~$110K generated by new customers.</a:t>
            </a:r>
            <a:endParaRPr sz="1250">
              <a:solidFill>
                <a:schemeClr val="dk1"/>
              </a:solidFill>
            </a:endParaRPr>
          </a:p>
          <a:p>
            <a:pPr indent="-307975" lvl="0" marL="457200" rtl="0" algn="l">
              <a:lnSpc>
                <a:spcPct val="100000"/>
              </a:lnSpc>
              <a:spcBef>
                <a:spcPts val="1000"/>
              </a:spcBef>
              <a:spcAft>
                <a:spcPts val="0"/>
              </a:spcAft>
              <a:buClr>
                <a:schemeClr val="dk1"/>
              </a:buClr>
              <a:buSzPts val="1250"/>
              <a:buChar char="●"/>
            </a:pPr>
            <a:r>
              <a:rPr lang="en" sz="1250">
                <a:solidFill>
                  <a:schemeClr val="dk1"/>
                </a:solidFill>
              </a:rPr>
              <a:t>With similar return rates, the smaller share of new customers suggests </a:t>
            </a:r>
            <a:r>
              <a:rPr b="1" lang="en" sz="1250">
                <a:solidFill>
                  <a:schemeClr val="dk1"/>
                </a:solidFill>
              </a:rPr>
              <a:t>new customer acquisition is a potential growth opportunity</a:t>
            </a:r>
            <a:r>
              <a:rPr lang="en" sz="1250">
                <a:solidFill>
                  <a:schemeClr val="dk1"/>
                </a:solidFill>
              </a:rPr>
              <a:t>.</a:t>
            </a:r>
            <a:endParaRPr sz="1250">
              <a:solidFill>
                <a:schemeClr val="dk1"/>
              </a:solidFill>
            </a:endParaRPr>
          </a:p>
          <a:p>
            <a:pPr indent="0" lvl="0" marL="0" marR="0" rtl="0" algn="l">
              <a:lnSpc>
                <a:spcPct val="115000"/>
              </a:lnSpc>
              <a:spcBef>
                <a:spcPts val="1000"/>
              </a:spcBef>
              <a:spcAft>
                <a:spcPts val="1000"/>
              </a:spcAft>
              <a:buNone/>
            </a:pPr>
            <a:r>
              <a:t/>
            </a:r>
            <a:endParaRPr sz="1200">
              <a:solidFill>
                <a:schemeClr val="dk1"/>
              </a:solidFill>
              <a:latin typeface="Aptos"/>
              <a:ea typeface="Aptos"/>
              <a:cs typeface="Aptos"/>
              <a:sym typeface="Aptos"/>
            </a:endParaRPr>
          </a:p>
        </p:txBody>
      </p:sp>
      <p:pic>
        <p:nvPicPr>
          <p:cNvPr id="607" name="Google Shape;607;p70"/>
          <p:cNvPicPr preferRelativeResize="0"/>
          <p:nvPr/>
        </p:nvPicPr>
        <p:blipFill>
          <a:blip r:embed="rId4">
            <a:alphaModFix/>
          </a:blip>
          <a:stretch>
            <a:fillRect/>
          </a:stretch>
        </p:blipFill>
        <p:spPr>
          <a:xfrm>
            <a:off x="3115200" y="677550"/>
            <a:ext cx="3070177" cy="2834559"/>
          </a:xfrm>
          <a:prstGeom prst="rect">
            <a:avLst/>
          </a:prstGeom>
          <a:noFill/>
          <a:ln>
            <a:noFill/>
          </a:ln>
        </p:spPr>
      </p:pic>
      <p:pic>
        <p:nvPicPr>
          <p:cNvPr id="608" name="Google Shape;608;p70"/>
          <p:cNvPicPr preferRelativeResize="0"/>
          <p:nvPr/>
        </p:nvPicPr>
        <p:blipFill>
          <a:blip r:embed="rId5">
            <a:alphaModFix/>
          </a:blip>
          <a:stretch>
            <a:fillRect/>
          </a:stretch>
        </p:blipFill>
        <p:spPr>
          <a:xfrm>
            <a:off x="6337763" y="823938"/>
            <a:ext cx="2653825" cy="2541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pic>
        <p:nvPicPr>
          <p:cNvPr id="613" name="Google Shape;613;p71"/>
          <p:cNvPicPr preferRelativeResize="0"/>
          <p:nvPr/>
        </p:nvPicPr>
        <p:blipFill>
          <a:blip r:embed="rId3">
            <a:alphaModFix/>
          </a:blip>
          <a:stretch>
            <a:fillRect/>
          </a:stretch>
        </p:blipFill>
        <p:spPr>
          <a:xfrm>
            <a:off x="168275" y="751000"/>
            <a:ext cx="2626250" cy="2774789"/>
          </a:xfrm>
          <a:prstGeom prst="rect">
            <a:avLst/>
          </a:prstGeom>
          <a:noFill/>
          <a:ln>
            <a:noFill/>
          </a:ln>
        </p:spPr>
      </p:pic>
      <p:pic>
        <p:nvPicPr>
          <p:cNvPr id="614" name="Google Shape;614;p71"/>
          <p:cNvPicPr preferRelativeResize="0"/>
          <p:nvPr/>
        </p:nvPicPr>
        <p:blipFill>
          <a:blip r:embed="rId4">
            <a:alphaModFix/>
          </a:blip>
          <a:stretch>
            <a:fillRect/>
          </a:stretch>
        </p:blipFill>
        <p:spPr>
          <a:xfrm>
            <a:off x="2882800" y="696575"/>
            <a:ext cx="3122809" cy="2774800"/>
          </a:xfrm>
          <a:prstGeom prst="rect">
            <a:avLst/>
          </a:prstGeom>
          <a:noFill/>
          <a:ln>
            <a:noFill/>
          </a:ln>
        </p:spPr>
      </p:pic>
      <p:pic>
        <p:nvPicPr>
          <p:cNvPr id="615" name="Google Shape;615;p71"/>
          <p:cNvPicPr preferRelativeResize="0"/>
          <p:nvPr/>
        </p:nvPicPr>
        <p:blipFill>
          <a:blip r:embed="rId5">
            <a:alphaModFix/>
          </a:blip>
          <a:stretch>
            <a:fillRect/>
          </a:stretch>
        </p:blipFill>
        <p:spPr>
          <a:xfrm>
            <a:off x="5919977" y="816413"/>
            <a:ext cx="3052725" cy="2643971"/>
          </a:xfrm>
          <a:prstGeom prst="rect">
            <a:avLst/>
          </a:prstGeom>
          <a:noFill/>
          <a:ln>
            <a:noFill/>
          </a:ln>
        </p:spPr>
      </p:pic>
      <p:sp>
        <p:nvSpPr>
          <p:cNvPr id="616" name="Google Shape;616;p71"/>
          <p:cNvSpPr txBox="1"/>
          <p:nvPr/>
        </p:nvSpPr>
        <p:spPr>
          <a:xfrm>
            <a:off x="0" y="3645300"/>
            <a:ext cx="9089400" cy="1399800"/>
          </a:xfrm>
          <a:prstGeom prst="rect">
            <a:avLst/>
          </a:prstGeom>
          <a:noFill/>
          <a:ln>
            <a:noFill/>
          </a:ln>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Clr>
                <a:schemeClr val="dk1"/>
              </a:buClr>
              <a:buSzPts val="1200"/>
              <a:buFont typeface="Aptos"/>
              <a:buChar char="●"/>
            </a:pPr>
            <a:r>
              <a:rPr b="1" lang="en" sz="1200">
                <a:solidFill>
                  <a:schemeClr val="dk1"/>
                </a:solidFill>
              </a:rPr>
              <a:t>35–44 is the largest age segment (26%)</a:t>
            </a:r>
            <a:r>
              <a:rPr lang="en" sz="1200">
                <a:solidFill>
                  <a:schemeClr val="dk1"/>
                </a:solidFill>
              </a:rPr>
              <a:t>, followed by 45–54 (21.4%) and 25–34 (20.4%); overall volume is concentrated among ages </a:t>
            </a:r>
            <a:r>
              <a:rPr b="1" lang="en" sz="1200">
                <a:solidFill>
                  <a:schemeClr val="dk1"/>
                </a:solidFill>
              </a:rPr>
              <a:t>25–54</a:t>
            </a:r>
            <a:r>
              <a:rPr lang="en" sz="1200">
                <a:solidFill>
                  <a:schemeClr val="dk1"/>
                </a:solidFill>
              </a:rPr>
              <a:t>.</a:t>
            </a:r>
            <a:endParaRPr sz="1200">
              <a:solidFill>
                <a:schemeClr val="dk1"/>
              </a:solidFill>
            </a:endParaRPr>
          </a:p>
          <a:p>
            <a:pPr indent="-304800" lvl="0" marL="457200" rtl="0" algn="l">
              <a:lnSpc>
                <a:spcPct val="100000"/>
              </a:lnSpc>
              <a:spcBef>
                <a:spcPts val="1000"/>
              </a:spcBef>
              <a:spcAft>
                <a:spcPts val="0"/>
              </a:spcAft>
              <a:buClr>
                <a:schemeClr val="dk1"/>
              </a:buClr>
              <a:buSzPts val="1200"/>
              <a:buFont typeface="Aptos"/>
              <a:buChar char="●"/>
            </a:pPr>
            <a:r>
              <a:rPr lang="en" sz="1200">
                <a:solidFill>
                  <a:schemeClr val="dk1"/>
                </a:solidFill>
              </a:rPr>
              <a:t>The </a:t>
            </a:r>
            <a:r>
              <a:rPr b="1" lang="en" sz="1200">
                <a:solidFill>
                  <a:schemeClr val="dk1"/>
                </a:solidFill>
              </a:rPr>
              <a:t>35–44 groups generate the highest revenue (above 100K)</a:t>
            </a:r>
            <a:r>
              <a:rPr lang="en" sz="1200">
                <a:solidFill>
                  <a:schemeClr val="dk1"/>
                </a:solidFill>
              </a:rPr>
              <a:t>, while 18–24 and 55+ generate less (~$70K).</a:t>
            </a:r>
            <a:endParaRPr sz="1200">
              <a:solidFill>
                <a:schemeClr val="dk1"/>
              </a:solidFill>
            </a:endParaRPr>
          </a:p>
          <a:p>
            <a:pPr indent="-304800" lvl="0" marL="457200" rtl="0" algn="l">
              <a:lnSpc>
                <a:spcPct val="100000"/>
              </a:lnSpc>
              <a:spcBef>
                <a:spcPts val="1000"/>
              </a:spcBef>
              <a:spcAft>
                <a:spcPts val="0"/>
              </a:spcAft>
              <a:buClr>
                <a:schemeClr val="dk1"/>
              </a:buClr>
              <a:buSzPts val="1200"/>
              <a:buFont typeface="Aptos"/>
              <a:buChar char="●"/>
            </a:pPr>
            <a:r>
              <a:rPr b="1" lang="en" sz="1200">
                <a:solidFill>
                  <a:schemeClr val="dk1"/>
                </a:solidFill>
              </a:rPr>
              <a:t>18–24 has the lowest revenue but the highest return rate (~25%)</a:t>
            </a:r>
            <a:r>
              <a:rPr lang="en" sz="1200">
                <a:solidFill>
                  <a:schemeClr val="dk1"/>
                </a:solidFill>
              </a:rPr>
              <a:t>, suggesting an opportunity to improve younger-customer acquisition and retention.</a:t>
            </a:r>
            <a:endParaRPr sz="1200">
              <a:solidFill>
                <a:schemeClr val="dk1"/>
              </a:solidFill>
            </a:endParaRPr>
          </a:p>
          <a:p>
            <a:pPr indent="0" lvl="0" marL="0" rtl="0" algn="l">
              <a:lnSpc>
                <a:spcPct val="115000"/>
              </a:lnSpc>
              <a:spcBef>
                <a:spcPts val="1000"/>
              </a:spcBef>
              <a:spcAft>
                <a:spcPts val="0"/>
              </a:spcAft>
              <a:buNone/>
            </a:pPr>
            <a:r>
              <a:t/>
            </a:r>
            <a:endParaRPr sz="1200">
              <a:solidFill>
                <a:schemeClr val="dk1"/>
              </a:solidFill>
            </a:endParaRPr>
          </a:p>
          <a:p>
            <a:pPr indent="0" lvl="0" marL="0" marR="0" rtl="0" algn="l">
              <a:lnSpc>
                <a:spcPct val="115000"/>
              </a:lnSpc>
              <a:spcBef>
                <a:spcPts val="1000"/>
              </a:spcBef>
              <a:spcAft>
                <a:spcPts val="1000"/>
              </a:spcAft>
              <a:buNone/>
            </a:pPr>
            <a:r>
              <a:t/>
            </a:r>
            <a:endParaRPr sz="1200">
              <a:solidFill>
                <a:schemeClr val="dk1"/>
              </a:solidFill>
              <a:latin typeface="Aptos"/>
              <a:ea typeface="Aptos"/>
              <a:cs typeface="Aptos"/>
              <a:sym typeface="Aptos"/>
            </a:endParaRPr>
          </a:p>
        </p:txBody>
      </p:sp>
      <p:sp>
        <p:nvSpPr>
          <p:cNvPr id="617" name="Google Shape;617;p71"/>
          <p:cNvSpPr txBox="1"/>
          <p:nvPr/>
        </p:nvSpPr>
        <p:spPr>
          <a:xfrm>
            <a:off x="1737000" y="5895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Work Sans"/>
                <a:ea typeface="Work Sans"/>
                <a:cs typeface="Work Sans"/>
                <a:sym typeface="Work Sans"/>
              </a:rPr>
              <a:t>Age Group</a:t>
            </a:r>
            <a:endParaRPr b="1">
              <a:solidFill>
                <a:schemeClr val="dk1"/>
              </a:solidFill>
              <a:latin typeface="Work Sans"/>
              <a:ea typeface="Work Sans"/>
              <a:cs typeface="Work Sans"/>
              <a:sym typeface="Work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72"/>
          <p:cNvPicPr preferRelativeResize="0"/>
          <p:nvPr/>
        </p:nvPicPr>
        <p:blipFill>
          <a:blip r:embed="rId3">
            <a:alphaModFix/>
          </a:blip>
          <a:stretch>
            <a:fillRect/>
          </a:stretch>
        </p:blipFill>
        <p:spPr>
          <a:xfrm>
            <a:off x="97000" y="648575"/>
            <a:ext cx="3466525" cy="2823350"/>
          </a:xfrm>
          <a:prstGeom prst="rect">
            <a:avLst/>
          </a:prstGeom>
          <a:noFill/>
          <a:ln>
            <a:noFill/>
          </a:ln>
        </p:spPr>
      </p:pic>
      <p:pic>
        <p:nvPicPr>
          <p:cNvPr id="623" name="Google Shape;623;p72"/>
          <p:cNvPicPr preferRelativeResize="0"/>
          <p:nvPr/>
        </p:nvPicPr>
        <p:blipFill>
          <a:blip r:embed="rId4">
            <a:alphaModFix/>
          </a:blip>
          <a:stretch>
            <a:fillRect/>
          </a:stretch>
        </p:blipFill>
        <p:spPr>
          <a:xfrm>
            <a:off x="3563525" y="555325"/>
            <a:ext cx="2856825" cy="2899825"/>
          </a:xfrm>
          <a:prstGeom prst="rect">
            <a:avLst/>
          </a:prstGeom>
          <a:noFill/>
          <a:ln>
            <a:noFill/>
          </a:ln>
        </p:spPr>
      </p:pic>
      <p:pic>
        <p:nvPicPr>
          <p:cNvPr id="624" name="Google Shape;624;p72"/>
          <p:cNvPicPr preferRelativeResize="0"/>
          <p:nvPr/>
        </p:nvPicPr>
        <p:blipFill>
          <a:blip r:embed="rId5">
            <a:alphaModFix/>
          </a:blip>
          <a:stretch>
            <a:fillRect/>
          </a:stretch>
        </p:blipFill>
        <p:spPr>
          <a:xfrm>
            <a:off x="6420350" y="593550"/>
            <a:ext cx="2723650" cy="2823375"/>
          </a:xfrm>
          <a:prstGeom prst="rect">
            <a:avLst/>
          </a:prstGeom>
          <a:noFill/>
          <a:ln>
            <a:noFill/>
          </a:ln>
        </p:spPr>
      </p:pic>
      <p:sp>
        <p:nvSpPr>
          <p:cNvPr id="625" name="Google Shape;625;p72"/>
          <p:cNvSpPr txBox="1"/>
          <p:nvPr/>
        </p:nvSpPr>
        <p:spPr>
          <a:xfrm>
            <a:off x="1710000" y="11790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a:solidFill>
                  <a:schemeClr val="dk1"/>
                </a:solidFill>
              </a:rPr>
              <a:t>Payment Methods</a:t>
            </a:r>
            <a:endParaRPr b="1" sz="1700">
              <a:solidFill>
                <a:schemeClr val="dk1"/>
              </a:solidFill>
            </a:endParaRPr>
          </a:p>
        </p:txBody>
      </p:sp>
      <p:sp>
        <p:nvSpPr>
          <p:cNvPr id="626" name="Google Shape;626;p72"/>
          <p:cNvSpPr txBox="1"/>
          <p:nvPr/>
        </p:nvSpPr>
        <p:spPr>
          <a:xfrm>
            <a:off x="174075" y="3645300"/>
            <a:ext cx="9047400" cy="1437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rPr>
              <a:t>Credit card accounts for 40%, debit card for 25.1%, paypal for 19.5% because these approaches make inline checkout fast, familiar without need to travel long distance.</a:t>
            </a:r>
            <a:endParaRPr>
              <a:solidFill>
                <a:schemeClr val="dk1"/>
              </a:solidFill>
            </a:endParaRPr>
          </a:p>
          <a:p>
            <a:pPr indent="-317500" lvl="0" marL="457200" rtl="0" algn="l">
              <a:lnSpc>
                <a:spcPct val="115000"/>
              </a:lnSpc>
              <a:spcBef>
                <a:spcPts val="1000"/>
              </a:spcBef>
              <a:spcAft>
                <a:spcPts val="0"/>
              </a:spcAft>
              <a:buClr>
                <a:schemeClr val="dk1"/>
              </a:buClr>
              <a:buSzPts val="1400"/>
              <a:buFont typeface="Aptos"/>
              <a:buChar char="●"/>
            </a:pPr>
            <a:r>
              <a:rPr b="1" lang="en">
                <a:solidFill>
                  <a:schemeClr val="dk1"/>
                </a:solidFill>
              </a:rPr>
              <a:t>Credit card is the largest contributor to net revenue</a:t>
            </a:r>
            <a:r>
              <a:rPr lang="en">
                <a:solidFill>
                  <a:schemeClr val="dk1"/>
                </a:solidFill>
              </a:rPr>
              <a:t>, followed by debit card.</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Cash on delivery contributes the least revenue among the displayed payment methods.</a:t>
            </a:r>
            <a:endParaRPr>
              <a:solidFill>
                <a:schemeClr val="dk1"/>
              </a:solidFill>
            </a:endParaRPr>
          </a:p>
          <a:p>
            <a:pPr indent="0" lvl="0" marL="0" rtl="0" algn="l">
              <a:lnSpc>
                <a:spcPct val="115000"/>
              </a:lnSpc>
              <a:spcBef>
                <a:spcPts val="1000"/>
              </a:spcBef>
              <a:spcAft>
                <a:spcPts val="0"/>
              </a:spcAft>
              <a:buNone/>
            </a:pPr>
            <a:r>
              <a:t/>
            </a:r>
            <a:endParaRPr sz="1200">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sz="1000">
              <a:solidFill>
                <a:schemeClr val="dk1"/>
              </a:solidFill>
            </a:endParaRPr>
          </a:p>
          <a:p>
            <a:pPr indent="0" lvl="0" marL="0" marR="0" rtl="0" algn="l">
              <a:lnSpc>
                <a:spcPct val="115000"/>
              </a:lnSpc>
              <a:spcBef>
                <a:spcPts val="1000"/>
              </a:spcBef>
              <a:spcAft>
                <a:spcPts val="1000"/>
              </a:spcAft>
              <a:buNone/>
            </a:pPr>
            <a:r>
              <a:t/>
            </a:r>
            <a:endParaRPr sz="1000">
              <a:solidFill>
                <a:schemeClr val="dk1"/>
              </a:solidFill>
              <a:latin typeface="Aptos"/>
              <a:ea typeface="Aptos"/>
              <a:cs typeface="Aptos"/>
              <a:sym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pic>
        <p:nvPicPr>
          <p:cNvPr id="631" name="Google Shape;631;p73"/>
          <p:cNvPicPr preferRelativeResize="0"/>
          <p:nvPr/>
        </p:nvPicPr>
        <p:blipFill>
          <a:blip r:embed="rId3">
            <a:alphaModFix/>
          </a:blip>
          <a:stretch>
            <a:fillRect/>
          </a:stretch>
        </p:blipFill>
        <p:spPr>
          <a:xfrm>
            <a:off x="152400" y="744825"/>
            <a:ext cx="2897350" cy="2679675"/>
          </a:xfrm>
          <a:prstGeom prst="rect">
            <a:avLst/>
          </a:prstGeom>
          <a:noFill/>
          <a:ln>
            <a:noFill/>
          </a:ln>
        </p:spPr>
      </p:pic>
      <p:pic>
        <p:nvPicPr>
          <p:cNvPr id="632" name="Google Shape;632;p73"/>
          <p:cNvPicPr preferRelativeResize="0"/>
          <p:nvPr/>
        </p:nvPicPr>
        <p:blipFill>
          <a:blip r:embed="rId4">
            <a:alphaModFix/>
          </a:blip>
          <a:stretch>
            <a:fillRect/>
          </a:stretch>
        </p:blipFill>
        <p:spPr>
          <a:xfrm>
            <a:off x="3018325" y="712800"/>
            <a:ext cx="2897350" cy="2679675"/>
          </a:xfrm>
          <a:prstGeom prst="rect">
            <a:avLst/>
          </a:prstGeom>
          <a:noFill/>
          <a:ln>
            <a:noFill/>
          </a:ln>
        </p:spPr>
      </p:pic>
      <p:pic>
        <p:nvPicPr>
          <p:cNvPr id="633" name="Google Shape;633;p73"/>
          <p:cNvPicPr preferRelativeResize="0"/>
          <p:nvPr/>
        </p:nvPicPr>
        <p:blipFill>
          <a:blip r:embed="rId5">
            <a:alphaModFix/>
          </a:blip>
          <a:stretch>
            <a:fillRect/>
          </a:stretch>
        </p:blipFill>
        <p:spPr>
          <a:xfrm>
            <a:off x="5915675" y="712800"/>
            <a:ext cx="2801725" cy="2572001"/>
          </a:xfrm>
          <a:prstGeom prst="rect">
            <a:avLst/>
          </a:prstGeom>
          <a:noFill/>
          <a:ln>
            <a:noFill/>
          </a:ln>
        </p:spPr>
      </p:pic>
      <p:sp>
        <p:nvSpPr>
          <p:cNvPr id="634" name="Google Shape;634;p73"/>
          <p:cNvSpPr txBox="1"/>
          <p:nvPr/>
        </p:nvSpPr>
        <p:spPr>
          <a:xfrm>
            <a:off x="68575" y="3522400"/>
            <a:ext cx="9007800" cy="15525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Char char="●"/>
            </a:pPr>
            <a:r>
              <a:rPr lang="en" sz="1300">
                <a:solidFill>
                  <a:schemeClr val="dk1"/>
                </a:solidFill>
              </a:rPr>
              <a:t>Mobile</a:t>
            </a:r>
            <a:r>
              <a:rPr lang="en" sz="1300">
                <a:solidFill>
                  <a:schemeClr val="dk1"/>
                </a:solidFill>
              </a:rPr>
              <a:t>/desktop/tablet account for nearly all of sales, priority channels for </a:t>
            </a:r>
            <a:r>
              <a:rPr lang="en" sz="1300">
                <a:solidFill>
                  <a:schemeClr val="dk1"/>
                </a:solidFill>
              </a:rPr>
              <a:t>customer</a:t>
            </a:r>
            <a:r>
              <a:rPr lang="en" sz="1300">
                <a:solidFill>
                  <a:schemeClr val="dk1"/>
                </a:solidFill>
              </a:rPr>
              <a:t> </a:t>
            </a:r>
            <a:r>
              <a:rPr lang="en" sz="1300">
                <a:solidFill>
                  <a:schemeClr val="dk1"/>
                </a:solidFill>
              </a:rPr>
              <a:t>experience</a:t>
            </a:r>
            <a:r>
              <a:rPr lang="en" sz="1300">
                <a:solidFill>
                  <a:schemeClr val="dk1"/>
                </a:solidFill>
              </a:rPr>
              <a:t> and targeted product strategies</a:t>
            </a:r>
            <a:endParaRPr sz="1300">
              <a:solidFill>
                <a:schemeClr val="dk1"/>
              </a:solidFill>
            </a:endParaRPr>
          </a:p>
          <a:p>
            <a:pPr indent="-311150" lvl="0" marL="457200" rtl="0" algn="l">
              <a:lnSpc>
                <a:spcPct val="115000"/>
              </a:lnSpc>
              <a:spcBef>
                <a:spcPts val="1000"/>
              </a:spcBef>
              <a:spcAft>
                <a:spcPts val="0"/>
              </a:spcAft>
              <a:buClr>
                <a:schemeClr val="dk1"/>
              </a:buClr>
              <a:buSzPts val="1300"/>
              <a:buChar char="●"/>
            </a:pPr>
            <a:r>
              <a:rPr lang="en" sz="1300">
                <a:solidFill>
                  <a:schemeClr val="dk1"/>
                </a:solidFill>
              </a:rPr>
              <a:t>The revenue also shows a consistent pattern of the net revenue where desktop and mobile have highest between 160K to nearly 250K compared to tablets of under 50K.</a:t>
            </a:r>
            <a:endParaRPr sz="1300">
              <a:solidFill>
                <a:schemeClr val="dk1"/>
              </a:solidFill>
            </a:endParaRPr>
          </a:p>
          <a:p>
            <a:pPr indent="-311150" lvl="0" marL="457200" rtl="0" algn="l">
              <a:lnSpc>
                <a:spcPct val="115000"/>
              </a:lnSpc>
              <a:spcBef>
                <a:spcPts val="1000"/>
              </a:spcBef>
              <a:spcAft>
                <a:spcPts val="0"/>
              </a:spcAft>
              <a:buClr>
                <a:schemeClr val="dk1"/>
              </a:buClr>
              <a:buSzPts val="1300"/>
              <a:buChar char="●"/>
            </a:pPr>
            <a:r>
              <a:rPr lang="en" sz="1300">
                <a:solidFill>
                  <a:schemeClr val="dk1"/>
                </a:solidFill>
              </a:rPr>
              <a:t>Mobile/Desktop/Tablet experience consistent rate of return (16-18%), implies convenience of the online returns. </a:t>
            </a:r>
            <a:endParaRPr sz="1300">
              <a:solidFill>
                <a:schemeClr val="dk1"/>
              </a:solidFill>
            </a:endParaRPr>
          </a:p>
          <a:p>
            <a:pPr indent="0" lvl="0" marL="0" rtl="0" algn="l">
              <a:lnSpc>
                <a:spcPct val="115000"/>
              </a:lnSpc>
              <a:spcBef>
                <a:spcPts val="1000"/>
              </a:spcBef>
              <a:spcAft>
                <a:spcPts val="0"/>
              </a:spcAft>
              <a:buNone/>
            </a:pPr>
            <a:r>
              <a:t/>
            </a:r>
            <a:endParaRPr sz="1200">
              <a:solidFill>
                <a:schemeClr val="dk1"/>
              </a:solidFill>
            </a:endParaRPr>
          </a:p>
          <a:p>
            <a:pPr indent="0" lvl="0" marL="0" rtl="0" algn="l">
              <a:lnSpc>
                <a:spcPct val="115000"/>
              </a:lnSpc>
              <a:spcBef>
                <a:spcPts val="1000"/>
              </a:spcBef>
              <a:spcAft>
                <a:spcPts val="0"/>
              </a:spcAft>
              <a:buNone/>
            </a:pPr>
            <a:r>
              <a:t/>
            </a:r>
            <a:endParaRPr sz="1200">
              <a:solidFill>
                <a:schemeClr val="dk1"/>
              </a:solidFill>
            </a:endParaRPr>
          </a:p>
          <a:p>
            <a:pPr indent="0" lvl="0" marL="0" marR="0" rtl="0" algn="l">
              <a:lnSpc>
                <a:spcPct val="115000"/>
              </a:lnSpc>
              <a:spcBef>
                <a:spcPts val="1000"/>
              </a:spcBef>
              <a:spcAft>
                <a:spcPts val="1000"/>
              </a:spcAft>
              <a:buNone/>
            </a:pPr>
            <a:r>
              <a:t/>
            </a:r>
            <a:endParaRPr sz="1200">
              <a:solidFill>
                <a:schemeClr val="dk1"/>
              </a:solidFill>
            </a:endParaRPr>
          </a:p>
        </p:txBody>
      </p:sp>
      <p:sp>
        <p:nvSpPr>
          <p:cNvPr id="635" name="Google Shape;635;p73"/>
          <p:cNvSpPr txBox="1"/>
          <p:nvPr/>
        </p:nvSpPr>
        <p:spPr>
          <a:xfrm>
            <a:off x="1710000" y="11790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Work Sans"/>
                <a:ea typeface="Work Sans"/>
                <a:cs typeface="Work Sans"/>
                <a:sym typeface="Work Sans"/>
              </a:rPr>
              <a:t>Device Type Distribution</a:t>
            </a:r>
            <a:endParaRPr b="1">
              <a:solidFill>
                <a:schemeClr val="dk1"/>
              </a:solidFill>
              <a:latin typeface="Work Sans"/>
              <a:ea typeface="Work Sans"/>
              <a:cs typeface="Work Sans"/>
              <a:sym typeface="Work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pic>
        <p:nvPicPr>
          <p:cNvPr id="640" name="Google Shape;640;p74"/>
          <p:cNvPicPr preferRelativeResize="0"/>
          <p:nvPr/>
        </p:nvPicPr>
        <p:blipFill>
          <a:blip r:embed="rId3">
            <a:alphaModFix/>
          </a:blip>
          <a:stretch>
            <a:fillRect/>
          </a:stretch>
        </p:blipFill>
        <p:spPr>
          <a:xfrm>
            <a:off x="228600" y="550550"/>
            <a:ext cx="3138650" cy="2700500"/>
          </a:xfrm>
          <a:prstGeom prst="rect">
            <a:avLst/>
          </a:prstGeom>
          <a:noFill/>
          <a:ln>
            <a:noFill/>
          </a:ln>
        </p:spPr>
      </p:pic>
      <p:pic>
        <p:nvPicPr>
          <p:cNvPr id="641" name="Google Shape;641;p74"/>
          <p:cNvPicPr preferRelativeResize="0"/>
          <p:nvPr/>
        </p:nvPicPr>
        <p:blipFill>
          <a:blip r:embed="rId4">
            <a:alphaModFix/>
          </a:blip>
          <a:stretch>
            <a:fillRect/>
          </a:stretch>
        </p:blipFill>
        <p:spPr>
          <a:xfrm>
            <a:off x="3367250" y="550550"/>
            <a:ext cx="3050724" cy="2948975"/>
          </a:xfrm>
          <a:prstGeom prst="rect">
            <a:avLst/>
          </a:prstGeom>
          <a:noFill/>
          <a:ln>
            <a:noFill/>
          </a:ln>
        </p:spPr>
      </p:pic>
      <p:pic>
        <p:nvPicPr>
          <p:cNvPr id="642" name="Google Shape;642;p74"/>
          <p:cNvPicPr preferRelativeResize="0"/>
          <p:nvPr/>
        </p:nvPicPr>
        <p:blipFill>
          <a:blip r:embed="rId5">
            <a:alphaModFix/>
          </a:blip>
          <a:stretch>
            <a:fillRect/>
          </a:stretch>
        </p:blipFill>
        <p:spPr>
          <a:xfrm>
            <a:off x="6464812" y="810600"/>
            <a:ext cx="2497424" cy="2655599"/>
          </a:xfrm>
          <a:prstGeom prst="rect">
            <a:avLst/>
          </a:prstGeom>
          <a:noFill/>
          <a:ln>
            <a:noFill/>
          </a:ln>
        </p:spPr>
      </p:pic>
      <p:sp>
        <p:nvSpPr>
          <p:cNvPr id="643" name="Google Shape;643;p74"/>
          <p:cNvSpPr txBox="1"/>
          <p:nvPr/>
        </p:nvSpPr>
        <p:spPr>
          <a:xfrm>
            <a:off x="1710000" y="11790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Work Sans"/>
                <a:ea typeface="Work Sans"/>
                <a:cs typeface="Work Sans"/>
                <a:sym typeface="Work Sans"/>
              </a:rPr>
              <a:t>Market Channel </a:t>
            </a:r>
            <a:r>
              <a:rPr b="1" lang="en">
                <a:solidFill>
                  <a:schemeClr val="dk1"/>
                </a:solidFill>
                <a:latin typeface="Work Sans"/>
                <a:ea typeface="Work Sans"/>
                <a:cs typeface="Work Sans"/>
                <a:sym typeface="Work Sans"/>
              </a:rPr>
              <a:t>Distribution</a:t>
            </a:r>
            <a:endParaRPr b="1">
              <a:solidFill>
                <a:schemeClr val="dk1"/>
              </a:solidFill>
              <a:latin typeface="Work Sans"/>
              <a:ea typeface="Work Sans"/>
              <a:cs typeface="Work Sans"/>
              <a:sym typeface="Work Sans"/>
            </a:endParaRPr>
          </a:p>
        </p:txBody>
      </p:sp>
      <p:sp>
        <p:nvSpPr>
          <p:cNvPr id="644" name="Google Shape;644;p74"/>
          <p:cNvSpPr txBox="1"/>
          <p:nvPr/>
        </p:nvSpPr>
        <p:spPr>
          <a:xfrm>
            <a:off x="0" y="3565800"/>
            <a:ext cx="9144000" cy="14049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Clr>
                <a:schemeClr val="dk1"/>
              </a:buClr>
              <a:buSzPts val="1300"/>
              <a:buChar char="●"/>
            </a:pPr>
            <a:r>
              <a:rPr b="1" lang="en" sz="1300">
                <a:solidFill>
                  <a:schemeClr val="dk1"/>
                </a:solidFill>
              </a:rPr>
              <a:t>The organics largest source at 30%  </a:t>
            </a:r>
            <a:r>
              <a:rPr lang="en" sz="1300">
                <a:solidFill>
                  <a:schemeClr val="dk1"/>
                </a:solidFill>
              </a:rPr>
              <a:t>followed by paid search at 24.5% drive over half of customer volume, making them dominant </a:t>
            </a:r>
            <a:r>
              <a:rPr lang="en" sz="1300">
                <a:solidFill>
                  <a:schemeClr val="dk1"/>
                </a:solidFill>
              </a:rPr>
              <a:t>acquisition</a:t>
            </a:r>
            <a:r>
              <a:rPr lang="en" sz="1300">
                <a:solidFill>
                  <a:schemeClr val="dk1"/>
                </a:solidFill>
              </a:rPr>
              <a:t> channels </a:t>
            </a:r>
            <a:endParaRPr sz="1300">
              <a:solidFill>
                <a:schemeClr val="dk1"/>
              </a:solidFill>
            </a:endParaRPr>
          </a:p>
          <a:p>
            <a:pPr indent="-311150" lvl="0" marL="457200" rtl="0" algn="l">
              <a:lnSpc>
                <a:spcPct val="115000"/>
              </a:lnSpc>
              <a:spcBef>
                <a:spcPts val="1000"/>
              </a:spcBef>
              <a:spcAft>
                <a:spcPts val="0"/>
              </a:spcAft>
              <a:buClr>
                <a:schemeClr val="dk1"/>
              </a:buClr>
              <a:buSzPts val="1300"/>
              <a:buChar char="●"/>
            </a:pPr>
            <a:r>
              <a:rPr b="1" lang="en" sz="1300">
                <a:solidFill>
                  <a:schemeClr val="dk1"/>
                </a:solidFill>
              </a:rPr>
              <a:t>Organic leads the revenue,</a:t>
            </a:r>
            <a:r>
              <a:rPr lang="en" sz="1300">
                <a:solidFill>
                  <a:schemeClr val="dk1"/>
                </a:solidFill>
              </a:rPr>
              <a:t> followed by paid search, while direct contributes the least</a:t>
            </a:r>
            <a:endParaRPr sz="1300">
              <a:solidFill>
                <a:schemeClr val="dk1"/>
              </a:solidFill>
            </a:endParaRPr>
          </a:p>
          <a:p>
            <a:pPr indent="-311150" lvl="0" marL="457200" rtl="0" algn="l">
              <a:lnSpc>
                <a:spcPct val="115000"/>
              </a:lnSpc>
              <a:spcBef>
                <a:spcPts val="1000"/>
              </a:spcBef>
              <a:spcAft>
                <a:spcPts val="1000"/>
              </a:spcAft>
              <a:buClr>
                <a:schemeClr val="dk1"/>
              </a:buClr>
              <a:buSzPts val="1300"/>
              <a:buChar char="●"/>
            </a:pPr>
            <a:r>
              <a:rPr b="1" lang="en" sz="1300">
                <a:solidFill>
                  <a:schemeClr val="dk1"/>
                </a:solidFill>
              </a:rPr>
              <a:t>Social and referral leads the highest return rates (18-19%), </a:t>
            </a:r>
            <a:r>
              <a:rPr lang="en" sz="1300">
                <a:solidFill>
                  <a:schemeClr val="dk1"/>
                </a:solidFill>
              </a:rPr>
              <a:t>implying a need to </a:t>
            </a:r>
            <a:r>
              <a:rPr lang="en" sz="1300">
                <a:solidFill>
                  <a:schemeClr val="dk1"/>
                </a:solidFill>
              </a:rPr>
              <a:t>investigate</a:t>
            </a:r>
            <a:r>
              <a:rPr lang="en" sz="1300">
                <a:solidFill>
                  <a:schemeClr val="dk1"/>
                </a:solidFill>
              </a:rPr>
              <a:t> product fit, promotions, customer opinions from these channels </a:t>
            </a:r>
            <a:endParaRPr sz="13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pic>
        <p:nvPicPr>
          <p:cNvPr id="649" name="Google Shape;649;p75"/>
          <p:cNvPicPr preferRelativeResize="0"/>
          <p:nvPr/>
        </p:nvPicPr>
        <p:blipFill>
          <a:blip r:embed="rId3">
            <a:alphaModFix/>
          </a:blip>
          <a:stretch>
            <a:fillRect/>
          </a:stretch>
        </p:blipFill>
        <p:spPr>
          <a:xfrm>
            <a:off x="280650" y="712800"/>
            <a:ext cx="4515099" cy="2693533"/>
          </a:xfrm>
          <a:prstGeom prst="rect">
            <a:avLst/>
          </a:prstGeom>
          <a:noFill/>
          <a:ln>
            <a:noFill/>
          </a:ln>
        </p:spPr>
      </p:pic>
      <p:pic>
        <p:nvPicPr>
          <p:cNvPr id="650" name="Google Shape;650;p75"/>
          <p:cNvPicPr preferRelativeResize="0"/>
          <p:nvPr/>
        </p:nvPicPr>
        <p:blipFill>
          <a:blip r:embed="rId4">
            <a:alphaModFix/>
          </a:blip>
          <a:stretch>
            <a:fillRect/>
          </a:stretch>
        </p:blipFill>
        <p:spPr>
          <a:xfrm>
            <a:off x="4628625" y="769763"/>
            <a:ext cx="4324101" cy="2579595"/>
          </a:xfrm>
          <a:prstGeom prst="rect">
            <a:avLst/>
          </a:prstGeom>
          <a:noFill/>
          <a:ln>
            <a:noFill/>
          </a:ln>
        </p:spPr>
      </p:pic>
      <p:sp>
        <p:nvSpPr>
          <p:cNvPr id="651" name="Google Shape;651;p75"/>
          <p:cNvSpPr txBox="1"/>
          <p:nvPr/>
        </p:nvSpPr>
        <p:spPr>
          <a:xfrm>
            <a:off x="1710000" y="11790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Work Sans"/>
                <a:ea typeface="Work Sans"/>
                <a:cs typeface="Work Sans"/>
                <a:sym typeface="Work Sans"/>
              </a:rPr>
              <a:t>Countries</a:t>
            </a:r>
            <a:endParaRPr b="1">
              <a:solidFill>
                <a:schemeClr val="dk1"/>
              </a:solidFill>
              <a:latin typeface="Work Sans"/>
              <a:ea typeface="Work Sans"/>
              <a:cs typeface="Work Sans"/>
              <a:sym typeface="Work Sans"/>
            </a:endParaRPr>
          </a:p>
        </p:txBody>
      </p:sp>
      <p:sp>
        <p:nvSpPr>
          <p:cNvPr id="652" name="Google Shape;652;p75"/>
          <p:cNvSpPr txBox="1"/>
          <p:nvPr/>
        </p:nvSpPr>
        <p:spPr>
          <a:xfrm>
            <a:off x="68575" y="3328200"/>
            <a:ext cx="8994600" cy="16425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Aptos"/>
              <a:buChar char="●"/>
            </a:pPr>
            <a:r>
              <a:rPr lang="en" sz="1200">
                <a:solidFill>
                  <a:schemeClr val="dk1"/>
                </a:solidFill>
              </a:rPr>
              <a:t>The </a:t>
            </a:r>
            <a:r>
              <a:rPr b="1" lang="en" sz="1200">
                <a:solidFill>
                  <a:schemeClr val="dk1"/>
                </a:solidFill>
              </a:rPr>
              <a:t>United States is the largest revenue market by a wide margin</a:t>
            </a:r>
            <a:r>
              <a:rPr lang="en" sz="1200">
                <a:solidFill>
                  <a:schemeClr val="dk1"/>
                </a:solidFill>
              </a:rPr>
              <a:t>, followed by the UK and Canada, showing revenue is concentrated in a few countries</a:t>
            </a:r>
            <a:endParaRPr sz="1200">
              <a:solidFill>
                <a:schemeClr val="dk1"/>
              </a:solidFill>
            </a:endParaRPr>
          </a:p>
          <a:p>
            <a:pPr indent="-304800" lvl="0" marL="457200" rtl="0" algn="l">
              <a:lnSpc>
                <a:spcPct val="115000"/>
              </a:lnSpc>
              <a:spcBef>
                <a:spcPts val="1000"/>
              </a:spcBef>
              <a:spcAft>
                <a:spcPts val="0"/>
              </a:spcAft>
              <a:buClr>
                <a:schemeClr val="dk1"/>
              </a:buClr>
              <a:buSzPts val="1200"/>
              <a:buFont typeface="Aptos"/>
              <a:buChar char="●"/>
            </a:pPr>
            <a:r>
              <a:rPr b="1" lang="en" sz="1200">
                <a:solidFill>
                  <a:schemeClr val="dk1"/>
                </a:solidFill>
              </a:rPr>
              <a:t>Denmark has by far the highest return proportion, followed by Turkey and Belgium</a:t>
            </a:r>
            <a:r>
              <a:rPr lang="en" sz="1200">
                <a:solidFill>
                  <a:schemeClr val="dk1"/>
                </a:solidFill>
              </a:rPr>
              <a:t>, though not </a:t>
            </a:r>
            <a:r>
              <a:rPr lang="en" sz="1200">
                <a:solidFill>
                  <a:schemeClr val="dk1"/>
                </a:solidFill>
              </a:rPr>
              <a:t>major</a:t>
            </a:r>
            <a:r>
              <a:rPr lang="en" sz="1200">
                <a:solidFill>
                  <a:schemeClr val="dk1"/>
                </a:solidFill>
              </a:rPr>
              <a:t> revenue contributors</a:t>
            </a:r>
            <a:endParaRPr sz="1200">
              <a:solidFill>
                <a:schemeClr val="dk1"/>
              </a:solidFill>
            </a:endParaRPr>
          </a:p>
          <a:p>
            <a:pPr indent="-304800" lvl="0" marL="457200" rtl="0" algn="l">
              <a:lnSpc>
                <a:spcPct val="115000"/>
              </a:lnSpc>
              <a:spcBef>
                <a:spcPts val="1000"/>
              </a:spcBef>
              <a:spcAft>
                <a:spcPts val="0"/>
              </a:spcAft>
              <a:buClr>
                <a:schemeClr val="dk1"/>
              </a:buClr>
              <a:buSzPts val="1200"/>
              <a:buFont typeface="Aptos"/>
              <a:buChar char="●"/>
            </a:pPr>
            <a:r>
              <a:rPr lang="en" sz="1200">
                <a:solidFill>
                  <a:schemeClr val="dk1"/>
                </a:solidFill>
              </a:rPr>
              <a:t>Management should focus on markets with both high revenue and high returns: high </a:t>
            </a:r>
            <a:r>
              <a:rPr lang="en" sz="1200">
                <a:solidFill>
                  <a:schemeClr val="dk1"/>
                </a:solidFill>
              </a:rPr>
              <a:t>financial</a:t>
            </a:r>
            <a:r>
              <a:rPr lang="en" sz="1200">
                <a:solidFill>
                  <a:schemeClr val="dk1"/>
                </a:solidFill>
              </a:rPr>
              <a:t> impact, high-return but low-revenue markets are less </a:t>
            </a:r>
            <a:r>
              <a:rPr lang="en" sz="1200">
                <a:solidFill>
                  <a:schemeClr val="dk1"/>
                </a:solidFill>
              </a:rPr>
              <a:t>material</a:t>
            </a:r>
            <a:r>
              <a:rPr lang="en" sz="1200">
                <a:solidFill>
                  <a:schemeClr val="dk1"/>
                </a:solidFill>
              </a:rPr>
              <a:t> </a:t>
            </a:r>
            <a:endParaRPr sz="1200">
              <a:solidFill>
                <a:schemeClr val="dk1"/>
              </a:solidFill>
            </a:endParaRPr>
          </a:p>
          <a:p>
            <a:pPr indent="0" lvl="0" marL="457200" rtl="0" algn="l">
              <a:lnSpc>
                <a:spcPct val="115000"/>
              </a:lnSpc>
              <a:spcBef>
                <a:spcPts val="1000"/>
              </a:spcBef>
              <a:spcAft>
                <a:spcPts val="0"/>
              </a:spcAft>
              <a:buNone/>
            </a:pPr>
            <a:r>
              <a:t/>
            </a:r>
            <a:endParaRPr>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sz="1200">
              <a:solidFill>
                <a:schemeClr val="dk1"/>
              </a:solidFill>
            </a:endParaRPr>
          </a:p>
          <a:p>
            <a:pPr indent="0" lvl="0" marL="0" marR="0" rtl="0" algn="l">
              <a:lnSpc>
                <a:spcPct val="115000"/>
              </a:lnSpc>
              <a:spcBef>
                <a:spcPts val="1000"/>
              </a:spcBef>
              <a:spcAft>
                <a:spcPts val="1000"/>
              </a:spcAft>
              <a:buNone/>
            </a:pPr>
            <a:r>
              <a:t/>
            </a:r>
            <a:endParaRPr sz="1200">
              <a:solidFill>
                <a:schemeClr val="dk1"/>
              </a:solidFill>
              <a:latin typeface="Aptos"/>
              <a:ea typeface="Aptos"/>
              <a:cs typeface="Aptos"/>
              <a:sym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id="657" name="Google Shape;657;p76"/>
          <p:cNvPicPr preferRelativeResize="0"/>
          <p:nvPr/>
        </p:nvPicPr>
        <p:blipFill>
          <a:blip r:embed="rId3">
            <a:alphaModFix/>
          </a:blip>
          <a:stretch>
            <a:fillRect/>
          </a:stretch>
        </p:blipFill>
        <p:spPr>
          <a:xfrm>
            <a:off x="134125" y="564265"/>
            <a:ext cx="4633151" cy="2763935"/>
          </a:xfrm>
          <a:prstGeom prst="rect">
            <a:avLst/>
          </a:prstGeom>
          <a:noFill/>
          <a:ln>
            <a:noFill/>
          </a:ln>
        </p:spPr>
      </p:pic>
      <p:pic>
        <p:nvPicPr>
          <p:cNvPr id="658" name="Google Shape;658;p76"/>
          <p:cNvPicPr preferRelativeResize="0"/>
          <p:nvPr/>
        </p:nvPicPr>
        <p:blipFill>
          <a:blip r:embed="rId4">
            <a:alphaModFix/>
          </a:blip>
          <a:stretch>
            <a:fillRect/>
          </a:stretch>
        </p:blipFill>
        <p:spPr>
          <a:xfrm>
            <a:off x="4767275" y="564250"/>
            <a:ext cx="4302607" cy="2566799"/>
          </a:xfrm>
          <a:prstGeom prst="rect">
            <a:avLst/>
          </a:prstGeom>
          <a:noFill/>
          <a:ln>
            <a:noFill/>
          </a:ln>
        </p:spPr>
      </p:pic>
      <p:sp>
        <p:nvSpPr>
          <p:cNvPr id="659" name="Google Shape;659;p76"/>
          <p:cNvSpPr txBox="1"/>
          <p:nvPr/>
        </p:nvSpPr>
        <p:spPr>
          <a:xfrm>
            <a:off x="228600" y="3328200"/>
            <a:ext cx="8755500" cy="16425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b="1" lang="en" sz="1300">
                <a:solidFill>
                  <a:schemeClr val="dk1"/>
                </a:solidFill>
              </a:rPr>
              <a:t>Electronics and Clothing are the main priorities</a:t>
            </a:r>
            <a:r>
              <a:rPr lang="en" sz="1300">
                <a:solidFill>
                  <a:schemeClr val="dk1"/>
                </a:solidFill>
              </a:rPr>
              <a:t>, combine </a:t>
            </a:r>
            <a:r>
              <a:rPr b="1" lang="en" sz="1300">
                <a:solidFill>
                  <a:schemeClr val="dk1"/>
                </a:solidFill>
              </a:rPr>
              <a:t>high net revenue with high return proportions</a:t>
            </a:r>
            <a:endParaRPr sz="1300">
              <a:solidFill>
                <a:schemeClr val="dk1"/>
              </a:solidFill>
            </a:endParaRPr>
          </a:p>
          <a:p>
            <a:pPr indent="-298450" lvl="0" marL="457200" rtl="0" algn="l">
              <a:lnSpc>
                <a:spcPct val="115000"/>
              </a:lnSpc>
              <a:spcBef>
                <a:spcPts val="1000"/>
              </a:spcBef>
              <a:spcAft>
                <a:spcPts val="0"/>
              </a:spcAft>
              <a:buClr>
                <a:schemeClr val="dk1"/>
              </a:buClr>
              <a:buSzPts val="1100"/>
              <a:buChar char="●"/>
            </a:pPr>
            <a:r>
              <a:rPr b="1" lang="en" sz="1300">
                <a:solidFill>
                  <a:schemeClr val="dk1"/>
                </a:solidFill>
              </a:rPr>
              <a:t>Home &amp; Kitchen</a:t>
            </a:r>
            <a:r>
              <a:rPr lang="en" sz="1300">
                <a:solidFill>
                  <a:schemeClr val="dk1"/>
                </a:solidFill>
              </a:rPr>
              <a:t> is another key watch area , with 3rd highest revenue and higher return rate .</a:t>
            </a:r>
            <a:endParaRPr sz="1300">
              <a:solidFill>
                <a:schemeClr val="dk1"/>
              </a:solidFill>
            </a:endParaRPr>
          </a:p>
          <a:p>
            <a:pPr indent="-298450" lvl="0" marL="457200" rtl="0" algn="l">
              <a:lnSpc>
                <a:spcPct val="115000"/>
              </a:lnSpc>
              <a:spcBef>
                <a:spcPts val="1000"/>
              </a:spcBef>
              <a:spcAft>
                <a:spcPts val="0"/>
              </a:spcAft>
              <a:buClr>
                <a:schemeClr val="dk1"/>
              </a:buClr>
              <a:buSzPts val="1100"/>
              <a:buChar char="●"/>
            </a:pPr>
            <a:r>
              <a:rPr lang="en" sz="1300">
                <a:solidFill>
                  <a:schemeClr val="dk1"/>
                </a:solidFill>
              </a:rPr>
              <a:t>In contrast, </a:t>
            </a:r>
            <a:r>
              <a:rPr b="1" lang="en" sz="1300">
                <a:solidFill>
                  <a:schemeClr val="dk1"/>
                </a:solidFill>
              </a:rPr>
              <a:t>Automotive has a high return rate (3</a:t>
            </a:r>
            <a:r>
              <a:rPr b="1" baseline="30000" lang="en" sz="1300">
                <a:solidFill>
                  <a:schemeClr val="dk1"/>
                </a:solidFill>
              </a:rPr>
              <a:t>rd</a:t>
            </a:r>
            <a:r>
              <a:rPr b="1" lang="en" sz="1300">
                <a:solidFill>
                  <a:schemeClr val="dk1"/>
                </a:solidFill>
              </a:rPr>
              <a:t>) but relatively low revenue(9</a:t>
            </a:r>
            <a:r>
              <a:rPr b="1" baseline="30000" lang="en" sz="1300">
                <a:solidFill>
                  <a:schemeClr val="dk1"/>
                </a:solidFill>
              </a:rPr>
              <a:t>th</a:t>
            </a:r>
            <a:r>
              <a:rPr b="1" lang="en" sz="1300">
                <a:solidFill>
                  <a:schemeClr val="dk1"/>
                </a:solidFill>
              </a:rPr>
              <a:t>)</a:t>
            </a:r>
            <a:r>
              <a:rPr lang="en" sz="1300">
                <a:solidFill>
                  <a:schemeClr val="dk1"/>
                </a:solidFill>
              </a:rPr>
              <a:t>, so its overall profitability is low.</a:t>
            </a:r>
            <a:endParaRPr sz="1300">
              <a:solidFill>
                <a:schemeClr val="dk1"/>
              </a:solidFill>
            </a:endParaRPr>
          </a:p>
          <a:p>
            <a:pPr indent="-311150" lvl="0" marL="457200" rtl="0" algn="l">
              <a:lnSpc>
                <a:spcPct val="115000"/>
              </a:lnSpc>
              <a:spcBef>
                <a:spcPts val="1000"/>
              </a:spcBef>
              <a:spcAft>
                <a:spcPts val="0"/>
              </a:spcAft>
              <a:buClr>
                <a:schemeClr val="dk1"/>
              </a:buClr>
              <a:buSzPts val="1300"/>
              <a:buFont typeface="Aptos"/>
              <a:buChar char="●"/>
            </a:pPr>
            <a:r>
              <a:rPr b="1" lang="en" sz="1300">
                <a:solidFill>
                  <a:schemeClr val="dk1"/>
                </a:solidFill>
              </a:rPr>
              <a:t>Books</a:t>
            </a:r>
            <a:r>
              <a:rPr lang="en" sz="1300">
                <a:solidFill>
                  <a:schemeClr val="dk1"/>
                </a:solidFill>
              </a:rPr>
              <a:t> appear healthier, generating meaningful revenue with a comparatively lower return rate .</a:t>
            </a:r>
            <a:endParaRPr sz="1500">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sz="1200">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sz="1000">
              <a:solidFill>
                <a:schemeClr val="dk1"/>
              </a:solidFill>
            </a:endParaRPr>
          </a:p>
          <a:p>
            <a:pPr indent="0" lvl="0" marL="0" marR="0" rtl="0" algn="l">
              <a:lnSpc>
                <a:spcPct val="115000"/>
              </a:lnSpc>
              <a:spcBef>
                <a:spcPts val="1000"/>
              </a:spcBef>
              <a:spcAft>
                <a:spcPts val="1000"/>
              </a:spcAft>
              <a:buNone/>
            </a:pPr>
            <a:r>
              <a:t/>
            </a:r>
            <a:endParaRPr sz="1000">
              <a:solidFill>
                <a:schemeClr val="dk1"/>
              </a:solidFill>
              <a:latin typeface="Aptos"/>
              <a:ea typeface="Aptos"/>
              <a:cs typeface="Aptos"/>
              <a:sym typeface="Aptos"/>
            </a:endParaRPr>
          </a:p>
        </p:txBody>
      </p:sp>
      <p:sp>
        <p:nvSpPr>
          <p:cNvPr id="660" name="Google Shape;660;p76"/>
          <p:cNvSpPr txBox="1"/>
          <p:nvPr/>
        </p:nvSpPr>
        <p:spPr>
          <a:xfrm>
            <a:off x="1710000" y="11790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Work Sans"/>
                <a:ea typeface="Work Sans"/>
                <a:cs typeface="Work Sans"/>
                <a:sym typeface="Work Sans"/>
              </a:rPr>
              <a:t>Product Types</a:t>
            </a:r>
            <a:endParaRPr b="1">
              <a:solidFill>
                <a:schemeClr val="dk1"/>
              </a:solidFill>
              <a:latin typeface="Work Sans"/>
              <a:ea typeface="Work Sans"/>
              <a:cs typeface="Work Sans"/>
              <a:sym typeface="Work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pic>
        <p:nvPicPr>
          <p:cNvPr id="665" name="Google Shape;665;p77"/>
          <p:cNvPicPr preferRelativeResize="0"/>
          <p:nvPr/>
        </p:nvPicPr>
        <p:blipFill>
          <a:blip r:embed="rId3">
            <a:alphaModFix/>
          </a:blip>
          <a:stretch>
            <a:fillRect/>
          </a:stretch>
        </p:blipFill>
        <p:spPr>
          <a:xfrm>
            <a:off x="-142881" y="712800"/>
            <a:ext cx="4815681" cy="4430700"/>
          </a:xfrm>
          <a:prstGeom prst="rect">
            <a:avLst/>
          </a:prstGeom>
          <a:noFill/>
          <a:ln>
            <a:noFill/>
          </a:ln>
        </p:spPr>
      </p:pic>
      <p:pic>
        <p:nvPicPr>
          <p:cNvPr id="666" name="Google Shape;666;p77"/>
          <p:cNvPicPr preferRelativeResize="0"/>
          <p:nvPr/>
        </p:nvPicPr>
        <p:blipFill>
          <a:blip r:embed="rId4">
            <a:alphaModFix/>
          </a:blip>
          <a:stretch>
            <a:fillRect/>
          </a:stretch>
        </p:blipFill>
        <p:spPr>
          <a:xfrm>
            <a:off x="4572000" y="705750"/>
            <a:ext cx="4517476" cy="4333249"/>
          </a:xfrm>
          <a:prstGeom prst="rect">
            <a:avLst/>
          </a:prstGeom>
          <a:noFill/>
          <a:ln>
            <a:noFill/>
          </a:ln>
        </p:spPr>
      </p:pic>
      <p:sp>
        <p:nvSpPr>
          <p:cNvPr id="667" name="Google Shape;667;p77"/>
          <p:cNvSpPr txBox="1"/>
          <p:nvPr/>
        </p:nvSpPr>
        <p:spPr>
          <a:xfrm>
            <a:off x="1710000" y="11790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Scatter Plots</a:t>
            </a:r>
            <a:endParaRPr b="1" sz="16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78"/>
          <p:cNvSpPr txBox="1"/>
          <p:nvPr/>
        </p:nvSpPr>
        <p:spPr>
          <a:xfrm>
            <a:off x="1710000" y="117900"/>
            <a:ext cx="5414400" cy="35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Scatter Plots   </a:t>
            </a:r>
            <a:endParaRPr b="1" sz="1600">
              <a:solidFill>
                <a:schemeClr val="dk1"/>
              </a:solidFill>
            </a:endParaRPr>
          </a:p>
        </p:txBody>
      </p:sp>
      <p:sp>
        <p:nvSpPr>
          <p:cNvPr id="673" name="Google Shape;673;p78"/>
          <p:cNvSpPr txBox="1"/>
          <p:nvPr/>
        </p:nvSpPr>
        <p:spPr>
          <a:xfrm>
            <a:off x="555850" y="950400"/>
            <a:ext cx="8106600" cy="35658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Aptos"/>
              <a:buChar char="●"/>
            </a:pPr>
            <a:r>
              <a:rPr lang="en">
                <a:solidFill>
                  <a:schemeClr val="dk1"/>
                </a:solidFill>
              </a:rPr>
              <a:t>Used the </a:t>
            </a:r>
            <a:r>
              <a:rPr b="1" lang="en">
                <a:solidFill>
                  <a:schemeClr val="dk1"/>
                </a:solidFill>
              </a:rPr>
              <a:t>median, instead of mean as the cutoff for both net revenue and return rate</a:t>
            </a:r>
            <a:r>
              <a:rPr lang="en">
                <a:solidFill>
                  <a:schemeClr val="dk1"/>
                </a:solidFill>
              </a:rPr>
              <a:t> </a:t>
            </a:r>
            <a:endParaRPr>
              <a:solidFill>
                <a:schemeClr val="dk1"/>
              </a:solidFill>
            </a:endParaRPr>
          </a:p>
          <a:p>
            <a:pPr indent="-304800" lvl="0" marL="457200" rtl="0" algn="l">
              <a:lnSpc>
                <a:spcPct val="115000"/>
              </a:lnSpc>
              <a:spcBef>
                <a:spcPts val="1000"/>
              </a:spcBef>
              <a:spcAft>
                <a:spcPts val="0"/>
              </a:spcAft>
              <a:buClr>
                <a:schemeClr val="dk1"/>
              </a:buClr>
              <a:buSzPts val="1200"/>
              <a:buFont typeface="Aptos"/>
              <a:buChar char="●"/>
            </a:pPr>
            <a:r>
              <a:rPr b="1" lang="en">
                <a:solidFill>
                  <a:schemeClr val="dk1"/>
                </a:solidFill>
              </a:rPr>
              <a:t>High revenue and low return rate</a:t>
            </a:r>
            <a:r>
              <a:rPr lang="en">
                <a:solidFill>
                  <a:schemeClr val="dk1"/>
                </a:solidFill>
              </a:rPr>
              <a:t>: Preferred, because the business is generating strong sales while minimizing refund-related losses.</a:t>
            </a:r>
            <a:endParaRPr>
              <a:solidFill>
                <a:schemeClr val="dk1"/>
              </a:solidFill>
            </a:endParaRPr>
          </a:p>
          <a:p>
            <a:pPr indent="-317500" lvl="0" marL="457200" rtl="0" algn="l">
              <a:lnSpc>
                <a:spcPct val="115000"/>
              </a:lnSpc>
              <a:spcBef>
                <a:spcPts val="1000"/>
              </a:spcBef>
              <a:spcAft>
                <a:spcPts val="0"/>
              </a:spcAft>
              <a:buClr>
                <a:schemeClr val="dk1"/>
              </a:buClr>
              <a:buSzPts val="1400"/>
              <a:buFont typeface="Aptos"/>
              <a:buChar char="●"/>
            </a:pPr>
            <a:r>
              <a:rPr b="1" lang="en">
                <a:solidFill>
                  <a:schemeClr val="dk1"/>
                </a:solidFill>
              </a:rPr>
              <a:t>High revenue and high return rate</a:t>
            </a:r>
            <a:r>
              <a:rPr lang="en">
                <a:solidFill>
                  <a:schemeClr val="dk1"/>
                </a:solidFill>
              </a:rPr>
              <a:t>: Most important, because these categories or countries generate significant revenue, but a larger portion may be lost through returns</a:t>
            </a:r>
            <a:endParaRPr>
              <a:solidFill>
                <a:schemeClr val="dk1"/>
              </a:solidFill>
            </a:endParaRPr>
          </a:p>
          <a:p>
            <a:pPr indent="-317500" lvl="0" marL="457200" rtl="0" algn="l">
              <a:lnSpc>
                <a:spcPct val="115000"/>
              </a:lnSpc>
              <a:spcBef>
                <a:spcPts val="1000"/>
              </a:spcBef>
              <a:spcAft>
                <a:spcPts val="0"/>
              </a:spcAft>
              <a:buClr>
                <a:schemeClr val="dk1"/>
              </a:buClr>
              <a:buSzPts val="1400"/>
              <a:buFont typeface="Aptos"/>
              <a:buChar char="●"/>
            </a:pPr>
            <a:r>
              <a:rPr b="1" lang="en">
                <a:solidFill>
                  <a:schemeClr val="dk1"/>
                </a:solidFill>
              </a:rPr>
              <a:t>Low revenue and low return rate</a:t>
            </a:r>
            <a:r>
              <a:rPr lang="en">
                <a:solidFill>
                  <a:schemeClr val="dk1"/>
                </a:solidFill>
              </a:rPr>
              <a:t>: less material because both the revenue contribution and potential refund loss are relatively small</a:t>
            </a:r>
            <a:endParaRPr>
              <a:solidFill>
                <a:schemeClr val="dk1"/>
              </a:solidFill>
            </a:endParaRPr>
          </a:p>
          <a:p>
            <a:pPr indent="-317500" lvl="0" marL="457200" rtl="0" algn="l">
              <a:lnSpc>
                <a:spcPct val="115000"/>
              </a:lnSpc>
              <a:spcBef>
                <a:spcPts val="1000"/>
              </a:spcBef>
              <a:spcAft>
                <a:spcPts val="0"/>
              </a:spcAft>
              <a:buClr>
                <a:schemeClr val="dk1"/>
              </a:buClr>
              <a:buSzPts val="1400"/>
              <a:buFont typeface="Aptos"/>
              <a:buChar char="●"/>
            </a:pPr>
            <a:r>
              <a:rPr b="1" lang="en">
                <a:solidFill>
                  <a:schemeClr val="dk1"/>
                </a:solidFill>
              </a:rPr>
              <a:t>Low revenue and high return rate</a:t>
            </a:r>
            <a:r>
              <a:rPr lang="en">
                <a:solidFill>
                  <a:schemeClr val="dk1"/>
                </a:solidFill>
              </a:rPr>
              <a:t> may indicate underperforming areas but with a smaller overall financial impact</a:t>
            </a:r>
            <a:endParaRPr>
              <a:solidFill>
                <a:schemeClr val="dk1"/>
              </a:solidFill>
            </a:endParaRPr>
          </a:p>
          <a:p>
            <a:pPr indent="0" lvl="0" marL="0" rtl="0" algn="l">
              <a:lnSpc>
                <a:spcPct val="115000"/>
              </a:lnSpc>
              <a:spcBef>
                <a:spcPts val="1000"/>
              </a:spcBef>
              <a:spcAft>
                <a:spcPts val="0"/>
              </a:spcAft>
              <a:buNone/>
            </a:pPr>
            <a:r>
              <a:t/>
            </a:r>
            <a:endParaRPr sz="1200">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sz="1200">
              <a:solidFill>
                <a:schemeClr val="dk1"/>
              </a:solidFill>
              <a:latin typeface="Aptos"/>
              <a:ea typeface="Aptos"/>
              <a:cs typeface="Aptos"/>
              <a:sym typeface="Aptos"/>
            </a:endParaRPr>
          </a:p>
          <a:p>
            <a:pPr indent="0" lvl="0" marL="0" rtl="0" algn="l">
              <a:lnSpc>
                <a:spcPct val="115000"/>
              </a:lnSpc>
              <a:spcBef>
                <a:spcPts val="1000"/>
              </a:spcBef>
              <a:spcAft>
                <a:spcPts val="0"/>
              </a:spcAft>
              <a:buNone/>
            </a:pPr>
            <a:r>
              <a:t/>
            </a:r>
            <a:endParaRPr sz="1000">
              <a:solidFill>
                <a:schemeClr val="dk1"/>
              </a:solidFill>
            </a:endParaRPr>
          </a:p>
          <a:p>
            <a:pPr indent="0" lvl="0" marL="0" marR="0" rtl="0" algn="l">
              <a:lnSpc>
                <a:spcPct val="115000"/>
              </a:lnSpc>
              <a:spcBef>
                <a:spcPts val="1000"/>
              </a:spcBef>
              <a:spcAft>
                <a:spcPts val="1000"/>
              </a:spcAft>
              <a:buNone/>
            </a:pPr>
            <a:r>
              <a:t/>
            </a:r>
            <a:endParaRPr sz="1000">
              <a:solidFill>
                <a:schemeClr val="dk1"/>
              </a:solidFill>
              <a:latin typeface="Aptos"/>
              <a:ea typeface="Aptos"/>
              <a:cs typeface="Aptos"/>
              <a:sym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79"/>
          <p:cNvSpPr txBox="1"/>
          <p:nvPr/>
        </p:nvSpPr>
        <p:spPr>
          <a:xfrm>
            <a:off x="740700" y="337950"/>
            <a:ext cx="6967200" cy="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dk1"/>
                </a:solidFill>
              </a:rPr>
              <a:t>E-Commerce Orders Dashboard</a:t>
            </a:r>
            <a:r>
              <a:rPr b="1" lang="en" sz="2200">
                <a:solidFill>
                  <a:schemeClr val="dk1"/>
                </a:solidFill>
              </a:rPr>
              <a:t> </a:t>
            </a:r>
            <a:endParaRPr b="1" sz="2200">
              <a:solidFill>
                <a:schemeClr val="dk1"/>
              </a:solidFill>
            </a:endParaRPr>
          </a:p>
        </p:txBody>
      </p:sp>
      <p:pic>
        <p:nvPicPr>
          <p:cNvPr id="679" name="Google Shape;679;p79"/>
          <p:cNvPicPr preferRelativeResize="0"/>
          <p:nvPr/>
        </p:nvPicPr>
        <p:blipFill>
          <a:blip r:embed="rId3">
            <a:alphaModFix/>
          </a:blip>
          <a:stretch>
            <a:fillRect/>
          </a:stretch>
        </p:blipFill>
        <p:spPr>
          <a:xfrm>
            <a:off x="497250" y="874900"/>
            <a:ext cx="7817798" cy="40957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pic>
        <p:nvPicPr>
          <p:cNvPr id="684" name="Google Shape;684;p80"/>
          <p:cNvPicPr preferRelativeResize="0"/>
          <p:nvPr/>
        </p:nvPicPr>
        <p:blipFill>
          <a:blip r:embed="rId3">
            <a:alphaModFix/>
          </a:blip>
          <a:stretch>
            <a:fillRect/>
          </a:stretch>
        </p:blipFill>
        <p:spPr>
          <a:xfrm>
            <a:off x="152400" y="869338"/>
            <a:ext cx="8839201" cy="3963724"/>
          </a:xfrm>
          <a:prstGeom prst="rect">
            <a:avLst/>
          </a:prstGeom>
          <a:noFill/>
          <a:ln>
            <a:noFill/>
          </a:ln>
        </p:spPr>
      </p:pic>
      <p:sp>
        <p:nvSpPr>
          <p:cNvPr id="685" name="Google Shape;685;p80"/>
          <p:cNvSpPr txBox="1"/>
          <p:nvPr/>
        </p:nvSpPr>
        <p:spPr>
          <a:xfrm>
            <a:off x="740700" y="337950"/>
            <a:ext cx="6967200" cy="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dk1"/>
                </a:solidFill>
              </a:rPr>
              <a:t>Continued…</a:t>
            </a:r>
            <a:endParaRPr b="1" sz="22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81"/>
          <p:cNvSpPr txBox="1"/>
          <p:nvPr/>
        </p:nvSpPr>
        <p:spPr>
          <a:xfrm>
            <a:off x="740700" y="337950"/>
            <a:ext cx="6967200" cy="61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Summary</a:t>
            </a:r>
            <a:endParaRPr b="1" sz="2200">
              <a:solidFill>
                <a:schemeClr val="dk1"/>
              </a:solidFill>
            </a:endParaRPr>
          </a:p>
        </p:txBody>
      </p:sp>
      <p:sp>
        <p:nvSpPr>
          <p:cNvPr id="691" name="Google Shape;691;p81"/>
          <p:cNvSpPr txBox="1"/>
          <p:nvPr/>
        </p:nvSpPr>
        <p:spPr>
          <a:xfrm>
            <a:off x="68575" y="950400"/>
            <a:ext cx="9144000" cy="3692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rPr>
              <a:t>This analysis examined </a:t>
            </a:r>
            <a:r>
              <a:rPr b="1" lang="en" sz="1300">
                <a:solidFill>
                  <a:schemeClr val="dk1"/>
                </a:solidFill>
              </a:rPr>
              <a:t>sales performance, customer behavior, and return patterns</a:t>
            </a:r>
            <a:r>
              <a:rPr lang="en" sz="1300">
                <a:solidFill>
                  <a:schemeClr val="dk1"/>
                </a:solidFill>
              </a:rPr>
              <a:t> in the E-Commerce Orders dataset using Python-based EDA.</a:t>
            </a:r>
            <a:endParaRPr sz="1300">
              <a:solidFill>
                <a:schemeClr val="dk1"/>
              </a:solidFill>
            </a:endParaRPr>
          </a:p>
          <a:p>
            <a:pPr indent="-311150" lvl="0" marL="457200" rtl="0" algn="l">
              <a:lnSpc>
                <a:spcPct val="150000"/>
              </a:lnSpc>
              <a:spcBef>
                <a:spcPts val="1200"/>
              </a:spcBef>
              <a:spcAft>
                <a:spcPts val="0"/>
              </a:spcAft>
              <a:buClr>
                <a:schemeClr val="dk1"/>
              </a:buClr>
              <a:buSzPts val="1300"/>
              <a:buChar char="●"/>
            </a:pPr>
            <a:r>
              <a:rPr b="1" lang="en" sz="1300">
                <a:solidFill>
                  <a:schemeClr val="dk1"/>
                </a:solidFill>
              </a:rPr>
              <a:t>Revenue:</a:t>
            </a:r>
            <a:r>
              <a:rPr lang="en" sz="1300">
                <a:solidFill>
                  <a:schemeClr val="dk1"/>
                </a:solidFill>
              </a:rPr>
              <a:t> 2024 was weaker than 2023 for most of the year but showed a strong recovery toward year-end.</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 sz="1300">
                <a:solidFill>
                  <a:schemeClr val="dk1"/>
                </a:solidFill>
              </a:rPr>
              <a:t>Customers:</a:t>
            </a:r>
            <a:r>
              <a:rPr lang="en" sz="1300">
                <a:solidFill>
                  <a:schemeClr val="dk1"/>
                </a:solidFill>
              </a:rPr>
              <a:t> Returning customers represent </a:t>
            </a:r>
            <a:r>
              <a:rPr b="1" lang="en" sz="1300">
                <a:solidFill>
                  <a:schemeClr val="dk1"/>
                </a:solidFill>
              </a:rPr>
              <a:t>75% of the customer volume</a:t>
            </a:r>
            <a:r>
              <a:rPr lang="en" sz="1300">
                <a:solidFill>
                  <a:schemeClr val="dk1"/>
                </a:solidFill>
              </a:rPr>
              <a:t> and generate significantly higher revenue than new customers.</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 sz="1300">
                <a:solidFill>
                  <a:schemeClr val="dk1"/>
                </a:solidFill>
              </a:rPr>
              <a:t>Demographics:</a:t>
            </a:r>
            <a:r>
              <a:rPr lang="en" sz="1300">
                <a:solidFill>
                  <a:schemeClr val="dk1"/>
                </a:solidFill>
              </a:rPr>
              <a:t> The </a:t>
            </a:r>
            <a:r>
              <a:rPr b="1" lang="en" sz="1300">
                <a:solidFill>
                  <a:schemeClr val="dk1"/>
                </a:solidFill>
              </a:rPr>
              <a:t>35–44 age group</a:t>
            </a:r>
            <a:r>
              <a:rPr lang="en" sz="1300">
                <a:solidFill>
                  <a:schemeClr val="dk1"/>
                </a:solidFill>
              </a:rPr>
              <a:t> is the largest customer segment, while customers aged 25–54 contribute the highest revenue.</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 sz="1300">
                <a:solidFill>
                  <a:schemeClr val="dk1"/>
                </a:solidFill>
              </a:rPr>
              <a:t>Products &amp; Geography:</a:t>
            </a:r>
            <a:r>
              <a:rPr lang="en" sz="1300">
                <a:solidFill>
                  <a:schemeClr val="dk1"/>
                </a:solidFill>
              </a:rPr>
              <a:t> </a:t>
            </a:r>
            <a:r>
              <a:rPr b="1" lang="en" sz="1300">
                <a:solidFill>
                  <a:schemeClr val="dk1"/>
                </a:solidFill>
              </a:rPr>
              <a:t>Electronics</a:t>
            </a:r>
            <a:r>
              <a:rPr lang="en" sz="1300">
                <a:solidFill>
                  <a:schemeClr val="dk1"/>
                </a:solidFill>
              </a:rPr>
              <a:t> is the leading revenue category, and the </a:t>
            </a:r>
            <a:r>
              <a:rPr b="1" lang="en" sz="1300">
                <a:solidFill>
                  <a:schemeClr val="dk1"/>
                </a:solidFill>
              </a:rPr>
              <a:t>United States</a:t>
            </a:r>
            <a:r>
              <a:rPr lang="en" sz="1300">
                <a:solidFill>
                  <a:schemeClr val="dk1"/>
                </a:solidFill>
              </a:rPr>
              <a:t> is the largest revenue-generating market.</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 sz="1300">
                <a:solidFill>
                  <a:schemeClr val="dk1"/>
                </a:solidFill>
              </a:rPr>
              <a:t>Returns:</a:t>
            </a:r>
            <a:r>
              <a:rPr lang="en" sz="1300">
                <a:solidFill>
                  <a:schemeClr val="dk1"/>
                </a:solidFill>
              </a:rPr>
              <a:t> </a:t>
            </a:r>
            <a:r>
              <a:rPr b="1" lang="en" sz="1300">
                <a:solidFill>
                  <a:schemeClr val="dk1"/>
                </a:solidFill>
              </a:rPr>
              <a:t>Clothing</a:t>
            </a:r>
            <a:r>
              <a:rPr lang="en" sz="1300">
                <a:solidFill>
                  <a:schemeClr val="dk1"/>
                </a:solidFill>
              </a:rPr>
              <a:t> has the highest return proportion among product categories, highlighting an area for further investigation.</a:t>
            </a:r>
            <a:endParaRPr sz="1300">
              <a:solidFill>
                <a:schemeClr val="dk1"/>
              </a:solidFill>
            </a:endParaRPr>
          </a:p>
          <a:p>
            <a:pPr indent="-311150" lvl="0" marL="457200" rtl="0" algn="l">
              <a:lnSpc>
                <a:spcPct val="150000"/>
              </a:lnSpc>
              <a:spcBef>
                <a:spcPts val="0"/>
              </a:spcBef>
              <a:spcAft>
                <a:spcPts val="0"/>
              </a:spcAft>
              <a:buClr>
                <a:schemeClr val="dk1"/>
              </a:buClr>
              <a:buSzPts val="1300"/>
              <a:buChar char="●"/>
            </a:pPr>
            <a:r>
              <a:rPr b="1" lang="en" sz="1300">
                <a:solidFill>
                  <a:schemeClr val="dk1"/>
                </a:solidFill>
              </a:rPr>
              <a:t>Overall:</a:t>
            </a:r>
            <a:r>
              <a:rPr lang="en" sz="1300">
                <a:solidFill>
                  <a:schemeClr val="dk1"/>
                </a:solidFill>
              </a:rPr>
              <a:t> The analysis identifies opportunities around </a:t>
            </a:r>
            <a:r>
              <a:rPr b="1" lang="en" sz="1300">
                <a:solidFill>
                  <a:schemeClr val="dk1"/>
                </a:solidFill>
              </a:rPr>
              <a:t>new customer acquisition, year-end sales growth, and reducing returns in high-return segments</a:t>
            </a:r>
            <a:r>
              <a:rPr lang="en" sz="1300">
                <a:solidFill>
                  <a:schemeClr val="dk1"/>
                </a:solidFill>
              </a:rPr>
              <a:t>.</a:t>
            </a:r>
            <a:endParaRPr sz="13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82"/>
          <p:cNvSpPr txBox="1"/>
          <p:nvPr/>
        </p:nvSpPr>
        <p:spPr>
          <a:xfrm>
            <a:off x="740700" y="337950"/>
            <a:ext cx="6967200" cy="61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chemeClr val="dk1"/>
                </a:solidFill>
              </a:rPr>
              <a:t>Link to resources </a:t>
            </a:r>
            <a:endParaRPr b="1" sz="2200">
              <a:solidFill>
                <a:schemeClr val="dk1"/>
              </a:solidFill>
            </a:endParaRPr>
          </a:p>
        </p:txBody>
      </p:sp>
      <p:sp>
        <p:nvSpPr>
          <p:cNvPr id="697" name="Google Shape;697;p82"/>
          <p:cNvSpPr txBox="1"/>
          <p:nvPr/>
        </p:nvSpPr>
        <p:spPr>
          <a:xfrm>
            <a:off x="819750" y="1188000"/>
            <a:ext cx="7248900" cy="1821300"/>
          </a:xfrm>
          <a:prstGeom prst="rect">
            <a:avLst/>
          </a:prstGeom>
          <a:noFill/>
          <a:ln>
            <a:noFill/>
          </a:ln>
        </p:spPr>
        <p:txBody>
          <a:bodyPr anchorCtr="0" anchor="t" bIns="91425" lIns="91425" spcFirstLastPara="1" rIns="91425" wrap="square" tIns="91425">
            <a:spAutoFit/>
          </a:bodyPr>
          <a:lstStyle/>
          <a:p>
            <a:pPr indent="-317500" lvl="0" marL="457200" rtl="0" algn="just">
              <a:lnSpc>
                <a:spcPct val="200000"/>
              </a:lnSpc>
              <a:spcBef>
                <a:spcPts val="1000"/>
              </a:spcBef>
              <a:spcAft>
                <a:spcPts val="0"/>
              </a:spcAft>
              <a:buClr>
                <a:srgbClr val="666666"/>
              </a:buClr>
              <a:buSzPts val="1400"/>
              <a:buFont typeface="Trebuchet MS"/>
              <a:buChar char="●"/>
            </a:pPr>
            <a:r>
              <a:rPr b="1" lang="en">
                <a:solidFill>
                  <a:schemeClr val="dk1"/>
                </a:solidFill>
              </a:rPr>
              <a:t>Dataset:</a:t>
            </a:r>
            <a:r>
              <a:rPr b="1" lang="en">
                <a:solidFill>
                  <a:schemeClr val="dk1"/>
                </a:solidFill>
                <a:uFill>
                  <a:noFill/>
                </a:uFill>
                <a:hlinkClick r:id="rId3">
                  <a:extLst>
                    <a:ext uri="{A12FA001-AC4F-418D-AE19-62706E023703}">
                      <ahyp:hlinkClr val="tx"/>
                    </a:ext>
                  </a:extLst>
                </a:hlinkClick>
              </a:rPr>
              <a:t> </a:t>
            </a:r>
            <a:r>
              <a:rPr lang="en" u="sng">
                <a:solidFill>
                  <a:srgbClr val="1155CC"/>
                </a:solidFill>
                <a:hlinkClick r:id="rId4">
                  <a:extLst>
                    <a:ext uri="{A12FA001-AC4F-418D-AE19-62706E023703}">
                      <ahyp:hlinkClr val="tx"/>
                    </a:ext>
                  </a:extLst>
                </a:hlinkClick>
              </a:rPr>
              <a:t>https://www.kaggle.com/datasets/mohammedslimane/ecommerce-orders</a:t>
            </a:r>
            <a:endParaRPr/>
          </a:p>
          <a:p>
            <a:pPr indent="-317500" lvl="0" marL="457200" rtl="0" algn="just">
              <a:lnSpc>
                <a:spcPct val="200000"/>
              </a:lnSpc>
              <a:spcBef>
                <a:spcPts val="0"/>
              </a:spcBef>
              <a:spcAft>
                <a:spcPts val="0"/>
              </a:spcAft>
              <a:buClr>
                <a:schemeClr val="dk1"/>
              </a:buClr>
              <a:buSzPts val="1400"/>
              <a:buChar char="●"/>
            </a:pPr>
            <a:r>
              <a:rPr b="1" lang="en">
                <a:solidFill>
                  <a:schemeClr val="dk1"/>
                </a:solidFill>
              </a:rPr>
              <a:t>Collab link : </a:t>
            </a:r>
            <a:r>
              <a:rPr b="1" lang="en" u="sng">
                <a:solidFill>
                  <a:schemeClr val="hlink"/>
                </a:solidFill>
                <a:hlinkClick r:id="rId5"/>
              </a:rPr>
              <a:t>E-Commerce Orders Data Analytics</a:t>
            </a:r>
            <a:endParaRPr b="1"/>
          </a:p>
          <a:p>
            <a:pPr indent="-317500" lvl="0" marL="457200" rtl="0" algn="just">
              <a:lnSpc>
                <a:spcPct val="200000"/>
              </a:lnSpc>
              <a:spcBef>
                <a:spcPts val="0"/>
              </a:spcBef>
              <a:spcAft>
                <a:spcPts val="0"/>
              </a:spcAft>
              <a:buClr>
                <a:schemeClr val="dk1"/>
              </a:buClr>
              <a:buSzPts val="1400"/>
              <a:buChar char="●"/>
            </a:pPr>
            <a:r>
              <a:rPr b="1" lang="en"/>
              <a:t>Final Report: </a:t>
            </a:r>
            <a:r>
              <a:rPr b="1" lang="en" u="sng">
                <a:solidFill>
                  <a:schemeClr val="hlink"/>
                </a:solidFill>
                <a:hlinkClick r:id="rId6"/>
              </a:rPr>
              <a:t>Final Report</a:t>
            </a:r>
            <a:endParaRPr b="1"/>
          </a:p>
          <a:p>
            <a:pPr indent="0" lvl="0" marL="0" rtl="0" algn="just">
              <a:lnSpc>
                <a:spcPct val="140000"/>
              </a:lnSpc>
              <a:spcBef>
                <a:spcPts val="10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83"/>
          <p:cNvSpPr txBox="1"/>
          <p:nvPr/>
        </p:nvSpPr>
        <p:spPr>
          <a:xfrm>
            <a:off x="2222100" y="1358100"/>
            <a:ext cx="3988500" cy="29862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SzPts val="1400"/>
              <a:buChar char="●"/>
            </a:pPr>
            <a:r>
              <a:rPr lang="en"/>
              <a:t>Anuj Popli</a:t>
            </a:r>
            <a:endParaRPr/>
          </a:p>
          <a:p>
            <a:pPr indent="-317500" lvl="0" marL="457200" rtl="0" algn="l">
              <a:lnSpc>
                <a:spcPct val="150000"/>
              </a:lnSpc>
              <a:spcBef>
                <a:spcPts val="0"/>
              </a:spcBef>
              <a:spcAft>
                <a:spcPts val="0"/>
              </a:spcAft>
              <a:buSzPts val="1400"/>
              <a:buChar char="●"/>
            </a:pPr>
            <a:r>
              <a:rPr lang="en"/>
              <a:t>Mohammed Ali</a:t>
            </a:r>
            <a:endParaRPr/>
          </a:p>
          <a:p>
            <a:pPr indent="-317500" lvl="0" marL="457200" rtl="0" algn="l">
              <a:lnSpc>
                <a:spcPct val="150000"/>
              </a:lnSpc>
              <a:spcBef>
                <a:spcPts val="0"/>
              </a:spcBef>
              <a:spcAft>
                <a:spcPts val="0"/>
              </a:spcAft>
              <a:buSzPts val="1400"/>
              <a:buChar char="●"/>
            </a:pPr>
            <a:r>
              <a:rPr lang="en"/>
              <a:t>Noel Isip</a:t>
            </a:r>
            <a:endParaRPr/>
          </a:p>
          <a:p>
            <a:pPr indent="-317500" lvl="0" marL="457200" rtl="0" algn="l">
              <a:lnSpc>
                <a:spcPct val="150000"/>
              </a:lnSpc>
              <a:spcBef>
                <a:spcPts val="0"/>
              </a:spcBef>
              <a:spcAft>
                <a:spcPts val="0"/>
              </a:spcAft>
              <a:buSzPts val="1400"/>
              <a:buChar char="●"/>
            </a:pPr>
            <a:r>
              <a:rPr lang="en"/>
              <a:t>Savita Salunke</a:t>
            </a:r>
            <a:endParaRPr/>
          </a:p>
          <a:p>
            <a:pPr indent="-317500" lvl="0" marL="457200" rtl="0" algn="l">
              <a:lnSpc>
                <a:spcPct val="150000"/>
              </a:lnSpc>
              <a:spcBef>
                <a:spcPts val="0"/>
              </a:spcBef>
              <a:spcAft>
                <a:spcPts val="0"/>
              </a:spcAft>
              <a:buSzPts val="1400"/>
              <a:buChar char="●"/>
            </a:pPr>
            <a:r>
              <a:rPr lang="en"/>
              <a:t>Samridhi Dhingra</a:t>
            </a:r>
            <a:endParaRPr/>
          </a:p>
          <a:p>
            <a:pPr indent="-317500" lvl="0" marL="457200" rtl="0" algn="l">
              <a:lnSpc>
                <a:spcPct val="150000"/>
              </a:lnSpc>
              <a:spcBef>
                <a:spcPts val="0"/>
              </a:spcBef>
              <a:spcAft>
                <a:spcPts val="0"/>
              </a:spcAft>
              <a:buSzPts val="1400"/>
              <a:buChar char="●"/>
            </a:pPr>
            <a:r>
              <a:rPr lang="en"/>
              <a:t>Sybal Dsilva</a:t>
            </a:r>
            <a:endParaRPr/>
          </a:p>
          <a:p>
            <a:pPr indent="-317500" lvl="0" marL="457200" rtl="0" algn="l">
              <a:lnSpc>
                <a:spcPct val="150000"/>
              </a:lnSpc>
              <a:spcBef>
                <a:spcPts val="0"/>
              </a:spcBef>
              <a:spcAft>
                <a:spcPts val="0"/>
              </a:spcAft>
              <a:buSzPts val="1400"/>
              <a:buChar char="●"/>
            </a:pPr>
            <a:r>
              <a:rPr lang="en"/>
              <a:t>Yulong(Allen) Peng</a:t>
            </a:r>
            <a:endParaRPr/>
          </a:p>
          <a:p>
            <a:pPr indent="-317500" lvl="0" marL="457200" rtl="0" algn="l">
              <a:lnSpc>
                <a:spcPct val="150000"/>
              </a:lnSpc>
              <a:spcBef>
                <a:spcPts val="0"/>
              </a:spcBef>
              <a:spcAft>
                <a:spcPts val="0"/>
              </a:spcAft>
              <a:buSzPts val="1400"/>
              <a:buChar char="●"/>
            </a:pPr>
            <a:r>
              <a:rPr lang="en"/>
              <a:t>Yanting Zhu</a:t>
            </a:r>
            <a:endParaRPr/>
          </a:p>
          <a:p>
            <a:pPr indent="-317500" lvl="0" marL="457200" rtl="0" algn="l">
              <a:lnSpc>
                <a:spcPct val="150000"/>
              </a:lnSpc>
              <a:spcBef>
                <a:spcPts val="0"/>
              </a:spcBef>
              <a:spcAft>
                <a:spcPts val="0"/>
              </a:spcAft>
              <a:buSzPts val="1400"/>
              <a:buChar char="●"/>
            </a:pPr>
            <a:r>
              <a:rPr lang="en"/>
              <a:t>Yuhan Zhao</a:t>
            </a:r>
            <a:endParaRPr/>
          </a:p>
        </p:txBody>
      </p:sp>
      <p:sp>
        <p:nvSpPr>
          <p:cNvPr id="703" name="Google Shape;703;p83"/>
          <p:cNvSpPr txBox="1"/>
          <p:nvPr/>
        </p:nvSpPr>
        <p:spPr>
          <a:xfrm>
            <a:off x="1755450" y="120150"/>
            <a:ext cx="4353300" cy="1185300"/>
          </a:xfrm>
          <a:prstGeom prst="rect">
            <a:avLst/>
          </a:prstGeom>
          <a:noFill/>
          <a:ln>
            <a:noFill/>
          </a:ln>
        </p:spPr>
        <p:txBody>
          <a:bodyPr anchorCtr="0" anchor="t" bIns="91425" lIns="91425" spcFirstLastPara="1" rIns="91425" wrap="square" tIns="91425">
            <a:spAutoFit/>
          </a:bodyPr>
          <a:lstStyle/>
          <a:p>
            <a:pPr indent="-219075" lvl="0" marL="0" rtl="0" algn="ctr">
              <a:lnSpc>
                <a:spcPct val="140000"/>
              </a:lnSpc>
              <a:spcBef>
                <a:spcPts val="0"/>
              </a:spcBef>
              <a:spcAft>
                <a:spcPts val="0"/>
              </a:spcAft>
              <a:buNone/>
            </a:pPr>
            <a:r>
              <a:rPr b="1" lang="en" sz="2500">
                <a:solidFill>
                  <a:srgbClr val="6D64E8"/>
                </a:solidFill>
                <a:latin typeface="Roboto"/>
                <a:ea typeface="Roboto"/>
                <a:cs typeface="Roboto"/>
                <a:sym typeface="Roboto"/>
              </a:rPr>
              <a:t> </a:t>
            </a:r>
            <a:r>
              <a:rPr b="1" lang="en" sz="2300">
                <a:solidFill>
                  <a:srgbClr val="6D64E8"/>
                </a:solidFill>
                <a:latin typeface="Roboto"/>
                <a:ea typeface="Roboto"/>
                <a:cs typeface="Roboto"/>
                <a:sym typeface="Roboto"/>
              </a:rPr>
              <a:t>NPower Canada </a:t>
            </a:r>
            <a:endParaRPr b="1" sz="2300">
              <a:solidFill>
                <a:srgbClr val="6D64E8"/>
              </a:solidFill>
              <a:latin typeface="Roboto"/>
              <a:ea typeface="Roboto"/>
              <a:cs typeface="Roboto"/>
              <a:sym typeface="Roboto"/>
            </a:endParaRPr>
          </a:p>
          <a:p>
            <a:pPr indent="-219075" lvl="0" marL="0" rtl="0" algn="ctr">
              <a:spcBef>
                <a:spcPts val="0"/>
              </a:spcBef>
              <a:spcAft>
                <a:spcPts val="0"/>
              </a:spcAft>
              <a:buNone/>
            </a:pPr>
            <a:r>
              <a:rPr lang="en" sz="1500">
                <a:solidFill>
                  <a:srgbClr val="666666"/>
                </a:solidFill>
                <a:latin typeface="Roboto"/>
                <a:ea typeface="Roboto"/>
                <a:cs typeface="Roboto"/>
                <a:sym typeface="Roboto"/>
              </a:rPr>
              <a:t>   </a:t>
            </a:r>
            <a:r>
              <a:rPr b="1" lang="en" sz="1500">
                <a:solidFill>
                  <a:srgbClr val="666666"/>
                </a:solidFill>
                <a:latin typeface="Roboto"/>
                <a:ea typeface="Roboto"/>
                <a:cs typeface="Roboto"/>
                <a:sym typeface="Roboto"/>
              </a:rPr>
              <a:t>SCRUM Group 5- </a:t>
            </a:r>
            <a:r>
              <a:rPr lang="en" sz="1500">
                <a:solidFill>
                  <a:srgbClr val="666666"/>
                </a:solidFill>
                <a:latin typeface="Roboto"/>
                <a:ea typeface="Roboto"/>
                <a:cs typeface="Roboto"/>
                <a:sym typeface="Roboto"/>
              </a:rPr>
              <a:t>AIDA20263T3A</a:t>
            </a:r>
            <a:endParaRPr sz="1500">
              <a:solidFill>
                <a:srgbClr val="666666"/>
              </a:solidFill>
              <a:latin typeface="Roboto"/>
              <a:ea typeface="Roboto"/>
              <a:cs typeface="Roboto"/>
              <a:sym typeface="Roboto"/>
            </a:endParaRPr>
          </a:p>
          <a:p>
            <a:pPr indent="-219075" lvl="0" marL="0" rtl="0" algn="just">
              <a:spcBef>
                <a:spcPts val="0"/>
              </a:spcBef>
              <a:spcAft>
                <a:spcPts val="0"/>
              </a:spcAft>
              <a:buNone/>
            </a:pPr>
            <a:r>
              <a:t/>
            </a:r>
            <a:endParaRPr b="1" sz="1500">
              <a:solidFill>
                <a:srgbClr val="666666"/>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84"/>
          <p:cNvSpPr txBox="1"/>
          <p:nvPr/>
        </p:nvSpPr>
        <p:spPr>
          <a:xfrm>
            <a:off x="2053575" y="1914300"/>
            <a:ext cx="53478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800">
                <a:solidFill>
                  <a:schemeClr val="dk1"/>
                </a:solidFill>
              </a:rPr>
              <a:t>Thank you!</a:t>
            </a:r>
            <a:endParaRPr sz="4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rand Style Guides">
  <a:themeElements>
    <a:clrScheme name="Simple Light">
      <a:dk1>
        <a:srgbClr val="000000"/>
      </a:dk1>
      <a:lt1>
        <a:srgbClr val="FFFFFF"/>
      </a:lt1>
      <a:dk2>
        <a:srgbClr val="B8B8B8"/>
      </a:dk2>
      <a:lt2>
        <a:srgbClr val="646464"/>
      </a:lt2>
      <a:accent1>
        <a:srgbClr val="299B5B"/>
      </a:accent1>
      <a:accent2>
        <a:srgbClr val="F3ECE9"/>
      </a:accent2>
      <a:accent3>
        <a:srgbClr val="01B6E1"/>
      </a:accent3>
      <a:accent4>
        <a:srgbClr val="F6F6F6"/>
      </a:accent4>
      <a:accent5>
        <a:srgbClr val="FFCA08"/>
      </a:accent5>
      <a:accent6>
        <a:srgbClr val="BF003D"/>
      </a:accent6>
      <a:hlink>
        <a:srgbClr val="6287C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